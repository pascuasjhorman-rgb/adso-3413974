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"/>
  </p:notes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Calibri (MS)" charset="1" panose="020F0502020204030204"/>
      <p:regular r:id="rId12"/>
    </p:embeddedFont>
    <p:embeddedFont>
      <p:font typeface="Cambria Bold" charset="1" panose="02040803050406030204"/>
      <p:regular r:id="rId13"/>
    </p:embeddedFont>
    <p:embeddedFont>
      <p:font typeface="Calibri (MS) Bold" charset="1" panose="020F07020304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2.xml" Type="http://schemas.openxmlformats.org/officeDocument/2006/relationships/theme"/><Relationship Id="rId11" Target="notesSlides/notesSlide1.xml" Type="http://schemas.openxmlformats.org/officeDocument/2006/relationships/notes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4966" y="1795122"/>
            <a:ext cx="4414523" cy="4414523"/>
            <a:chOff x="0" y="0"/>
            <a:chExt cx="5886031" cy="5886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5886069"/>
            </a:xfrm>
            <a:custGeom>
              <a:avLst/>
              <a:gdLst/>
              <a:ahLst/>
              <a:cxnLst/>
              <a:rect r="r" b="b" t="t" l="l"/>
              <a:pathLst>
                <a:path h="5886069" w="5886069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cubicBezTo>
                    <a:pt x="4568317" y="0"/>
                    <a:pt x="5886069" y="1317625"/>
                    <a:pt x="5886069" y="2942971"/>
                  </a:cubicBezTo>
                  <a:cubicBezTo>
                    <a:pt x="5886069" y="4568317"/>
                    <a:pt x="4568444" y="5886069"/>
                    <a:pt x="2942971" y="5886069"/>
                  </a:cubicBezTo>
                  <a:cubicBezTo>
                    <a:pt x="1317498" y="5886069"/>
                    <a:pt x="0" y="4568444"/>
                    <a:pt x="0" y="2942971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974966" y="2173584"/>
            <a:ext cx="4389120" cy="3657600"/>
            <a:chOff x="0" y="0"/>
            <a:chExt cx="5852160" cy="487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09550"/>
              <a:ext cx="5852160" cy="508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💻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54326" y="6069309"/>
            <a:ext cx="14630400" cy="1371600"/>
            <a:chOff x="0" y="0"/>
            <a:chExt cx="195072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5072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LABORATORIO SENA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8103" y="7668263"/>
            <a:ext cx="5511803" cy="1031243"/>
            <a:chOff x="0" y="0"/>
            <a:chExt cx="7349071" cy="1374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491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7349109">
                  <a:moveTo>
                    <a:pt x="0" y="299974"/>
                  </a:moveTo>
                  <a:cubicBezTo>
                    <a:pt x="0" y="134366"/>
                    <a:pt x="134366" y="0"/>
                    <a:pt x="299974" y="0"/>
                  </a:cubicBezTo>
                  <a:lnTo>
                    <a:pt x="7049135" y="0"/>
                  </a:lnTo>
                  <a:cubicBezTo>
                    <a:pt x="7214870" y="0"/>
                    <a:pt x="7349109" y="134366"/>
                    <a:pt x="7349109" y="299974"/>
                  </a:cubicBezTo>
                  <a:lnTo>
                    <a:pt x="7349109" y="1075055"/>
                  </a:lnTo>
                  <a:cubicBezTo>
                    <a:pt x="7349109" y="1240790"/>
                    <a:pt x="7214743" y="1375029"/>
                    <a:pt x="7049135" y="1375029"/>
                  </a:cubicBezTo>
                  <a:lnTo>
                    <a:pt x="299974" y="1375029"/>
                  </a:lnTo>
                  <a:cubicBezTo>
                    <a:pt x="134366" y="1375029"/>
                    <a:pt x="0" y="1240663"/>
                    <a:pt x="0" y="1075055"/>
                  </a:cubicBezTo>
                  <a:close/>
                </a:path>
              </a:pathLst>
            </a:custGeom>
            <a:solidFill>
              <a:srgbClr val="CADCFC">
                <a:alpha val="48627"/>
              </a:srgbClr>
            </a:solidFill>
            <a:ln w="2540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388103" y="7680965"/>
            <a:ext cx="5486400" cy="1005840"/>
            <a:chOff x="0" y="0"/>
            <a:chExt cx="731520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3152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Repositorio documental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365760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43328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Estructura del repositorio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0570" y="1371600"/>
            <a:ext cx="16824960" cy="548640"/>
            <a:chOff x="0" y="0"/>
            <a:chExt cx="224332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Árbol jerárquico de las 16 secciones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88103" y="2181863"/>
            <a:ext cx="5511803" cy="1214123"/>
            <a:chOff x="0" y="0"/>
            <a:chExt cx="7349071" cy="16188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491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349109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100062" y="0"/>
                  </a:lnTo>
                  <a:cubicBezTo>
                    <a:pt x="7237603" y="0"/>
                    <a:pt x="7349109" y="111506"/>
                    <a:pt x="7349109" y="249047"/>
                  </a:cubicBezTo>
                  <a:lnTo>
                    <a:pt x="7349109" y="1369822"/>
                  </a:lnTo>
                  <a:cubicBezTo>
                    <a:pt x="7349109" y="1507363"/>
                    <a:pt x="7237603" y="1618869"/>
                    <a:pt x="7100062" y="1618869"/>
                  </a:cubicBezTo>
                  <a:lnTo>
                    <a:pt x="249047" y="1618869"/>
                  </a:lnTo>
                  <a:cubicBezTo>
                    <a:pt x="111506" y="1618869"/>
                    <a:pt x="0" y="1507363"/>
                    <a:pt x="0" y="1369822"/>
                  </a:cubicBezTo>
                  <a:close/>
                </a:path>
              </a:pathLst>
            </a:custGeom>
            <a:solidFill>
              <a:srgbClr val="1E2761"/>
            </a:solidFill>
            <a:ln w="2540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400800" y="2194560"/>
            <a:ext cx="5486400" cy="1188720"/>
            <a:chOff x="0" y="0"/>
            <a:chExt cx="7315200" cy="158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3152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💻  LABORATORIO SENA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24950" y="3364230"/>
            <a:ext cx="38100" cy="586740"/>
            <a:chOff x="0" y="0"/>
            <a:chExt cx="50800" cy="782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358390" y="3912870"/>
            <a:ext cx="13571220" cy="38100"/>
            <a:chOff x="0" y="0"/>
            <a:chExt cx="1809496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94961" cy="50800"/>
            </a:xfrm>
            <a:custGeom>
              <a:avLst/>
              <a:gdLst/>
              <a:ahLst/>
              <a:cxnLst/>
              <a:rect r="r" b="b" t="t" l="l"/>
              <a:pathLst>
                <a:path h="50800" w="18094961">
                  <a:moveTo>
                    <a:pt x="0" y="0"/>
                  </a:moveTo>
                  <a:lnTo>
                    <a:pt x="18094961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890570" r="0" b="-6890570"/>
              </a:stretch>
            </a:blipFill>
            <a:ln w="38100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547110" y="3912870"/>
            <a:ext cx="38100" cy="586740"/>
            <a:chOff x="0" y="0"/>
            <a:chExt cx="50800" cy="782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301990" y="3912870"/>
            <a:ext cx="38100" cy="586740"/>
            <a:chOff x="0" y="0"/>
            <a:chExt cx="50800" cy="782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056870" y="3912870"/>
            <a:ext cx="38100" cy="586740"/>
            <a:chOff x="0" y="0"/>
            <a:chExt cx="50800" cy="782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AAAAA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724663" y="4467863"/>
            <a:ext cx="3683003" cy="1031243"/>
            <a:chOff x="0" y="0"/>
            <a:chExt cx="4910671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107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4910709">
                  <a:moveTo>
                    <a:pt x="0" y="225044"/>
                  </a:moveTo>
                  <a:cubicBezTo>
                    <a:pt x="0" y="100711"/>
                    <a:pt x="100711" y="0"/>
                    <a:pt x="225044" y="0"/>
                  </a:cubicBezTo>
                  <a:lnTo>
                    <a:pt x="4685665" y="0"/>
                  </a:lnTo>
                  <a:cubicBezTo>
                    <a:pt x="4809871" y="0"/>
                    <a:pt x="4910709" y="100711"/>
                    <a:pt x="4910709" y="225044"/>
                  </a:cubicBezTo>
                  <a:lnTo>
                    <a:pt x="4910709" y="1149985"/>
                  </a:lnTo>
                  <a:cubicBezTo>
                    <a:pt x="4910709" y="1274191"/>
                    <a:pt x="4809998" y="1375029"/>
                    <a:pt x="4685665" y="1375029"/>
                  </a:cubicBezTo>
                  <a:lnTo>
                    <a:pt x="225044" y="1375029"/>
                  </a:lnTo>
                  <a:cubicBezTo>
                    <a:pt x="100711" y="1375029"/>
                    <a:pt x="0" y="1274191"/>
                    <a:pt x="0" y="1149985"/>
                  </a:cubicBezTo>
                  <a:close/>
                </a:path>
              </a:pathLst>
            </a:custGeom>
            <a:solidFill>
              <a:srgbClr val="E1F5EE"/>
            </a:solidFill>
            <a:ln w="25400" cap="sq">
              <a:solidFill>
                <a:srgbClr val="0F6E5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37360" y="4480560"/>
            <a:ext cx="3657600" cy="1005840"/>
            <a:chOff x="0" y="0"/>
            <a:chExt cx="487680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F6E5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Planeación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79543" y="4467863"/>
            <a:ext cx="3683003" cy="1031243"/>
            <a:chOff x="0" y="0"/>
            <a:chExt cx="4910671" cy="1374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107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4910709">
                  <a:moveTo>
                    <a:pt x="0" y="225044"/>
                  </a:moveTo>
                  <a:cubicBezTo>
                    <a:pt x="0" y="100711"/>
                    <a:pt x="100711" y="0"/>
                    <a:pt x="225044" y="0"/>
                  </a:cubicBezTo>
                  <a:lnTo>
                    <a:pt x="4685665" y="0"/>
                  </a:lnTo>
                  <a:cubicBezTo>
                    <a:pt x="4809871" y="0"/>
                    <a:pt x="4910709" y="100711"/>
                    <a:pt x="4910709" y="225044"/>
                  </a:cubicBezTo>
                  <a:lnTo>
                    <a:pt x="4910709" y="1149985"/>
                  </a:lnTo>
                  <a:cubicBezTo>
                    <a:pt x="4910709" y="1274191"/>
                    <a:pt x="4809998" y="1375029"/>
                    <a:pt x="4685665" y="1375029"/>
                  </a:cubicBezTo>
                  <a:lnTo>
                    <a:pt x="225044" y="1375029"/>
                  </a:lnTo>
                  <a:cubicBezTo>
                    <a:pt x="100711" y="1375029"/>
                    <a:pt x="0" y="1274191"/>
                    <a:pt x="0" y="1149985"/>
                  </a:cubicBezTo>
                  <a:close/>
                </a:path>
              </a:pathLst>
            </a:custGeom>
            <a:solidFill>
              <a:srgbClr val="E6F1FB"/>
            </a:solidFill>
            <a:ln w="25400" cap="sq">
              <a:solidFill>
                <a:srgbClr val="185FA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492240" y="4480560"/>
            <a:ext cx="3657600" cy="1005840"/>
            <a:chOff x="0" y="0"/>
            <a:chExt cx="487680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85F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🏗️  Desarrollo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234423" y="4467863"/>
            <a:ext cx="3683003" cy="1031243"/>
            <a:chOff x="0" y="0"/>
            <a:chExt cx="4910671" cy="13749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10709" cy="1375029"/>
            </a:xfrm>
            <a:custGeom>
              <a:avLst/>
              <a:gdLst/>
              <a:ahLst/>
              <a:cxnLst/>
              <a:rect r="r" b="b" t="t" l="l"/>
              <a:pathLst>
                <a:path h="1375029" w="4910709">
                  <a:moveTo>
                    <a:pt x="0" y="225044"/>
                  </a:moveTo>
                  <a:cubicBezTo>
                    <a:pt x="0" y="100711"/>
                    <a:pt x="100711" y="0"/>
                    <a:pt x="225044" y="0"/>
                  </a:cubicBezTo>
                  <a:lnTo>
                    <a:pt x="4685665" y="0"/>
                  </a:lnTo>
                  <a:cubicBezTo>
                    <a:pt x="4809871" y="0"/>
                    <a:pt x="4910709" y="100711"/>
                    <a:pt x="4910709" y="225044"/>
                  </a:cubicBezTo>
                  <a:lnTo>
                    <a:pt x="4910709" y="1149985"/>
                  </a:lnTo>
                  <a:cubicBezTo>
                    <a:pt x="4910709" y="1274191"/>
                    <a:pt x="4809998" y="1375029"/>
                    <a:pt x="4685665" y="1375029"/>
                  </a:cubicBezTo>
                  <a:lnTo>
                    <a:pt x="225044" y="1375029"/>
                  </a:lnTo>
                  <a:cubicBezTo>
                    <a:pt x="100711" y="1375029"/>
                    <a:pt x="0" y="1274191"/>
                    <a:pt x="0" y="1149985"/>
                  </a:cubicBezTo>
                  <a:close/>
                </a:path>
              </a:pathLst>
            </a:custGeom>
            <a:solidFill>
              <a:srgbClr val="FAECE7"/>
            </a:solidFill>
            <a:ln w="25400" cap="sq">
              <a:solidFill>
                <a:srgbClr val="993C1D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247120" y="4480560"/>
            <a:ext cx="3657600" cy="1005840"/>
            <a:chOff x="0" y="0"/>
            <a:chExt cx="487680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93C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 Operación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553463" y="5473703"/>
            <a:ext cx="25403" cy="391163"/>
            <a:chOff x="0" y="0"/>
            <a:chExt cx="33871" cy="5215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909" cy="521589"/>
            </a:xfrm>
            <a:custGeom>
              <a:avLst/>
              <a:gdLst/>
              <a:ahLst/>
              <a:cxnLst/>
              <a:rect r="r" b="b" t="t" l="l"/>
              <a:pathLst>
                <a:path h="521589" w="33909">
                  <a:moveTo>
                    <a:pt x="0" y="0"/>
                  </a:moveTo>
                  <a:lnTo>
                    <a:pt x="33909" y="52158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3480" t="0" r="-1923368" b="7"/>
              </a:stretch>
            </a:blipFill>
            <a:ln w="25400" cap="sq">
              <a:solidFill>
                <a:srgbClr val="BBBBB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90927" y="5845807"/>
            <a:ext cx="4950457" cy="707641"/>
            <a:chOff x="0" y="0"/>
            <a:chExt cx="6600609" cy="9435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E1F5EE"/>
            </a:solidFill>
            <a:ln w="12700" cap="sq">
              <a:solidFill>
                <a:srgbClr val="0F6E5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5852160"/>
            <a:ext cx="4937760" cy="694944"/>
            <a:chOff x="0" y="0"/>
            <a:chExt cx="6583680" cy="926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F6E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00 · Governance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90927" y="6760207"/>
            <a:ext cx="4950457" cy="707641"/>
            <a:chOff x="0" y="0"/>
            <a:chExt cx="6600609" cy="94352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E1F5EE"/>
            </a:solidFill>
            <a:ln w="12700" cap="sq">
              <a:solidFill>
                <a:srgbClr val="0F6E56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6766560"/>
            <a:ext cx="4937760" cy="694944"/>
            <a:chOff x="0" y="0"/>
            <a:chExt cx="658368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F6E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· Project Mgmt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0927" y="7674607"/>
            <a:ext cx="4950457" cy="707641"/>
            <a:chOff x="0" y="0"/>
            <a:chExt cx="6600609" cy="9435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E1F5EE"/>
            </a:solidFill>
            <a:ln w="12700" cap="sq">
              <a:solidFill>
                <a:srgbClr val="0F6E5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97280" y="7680960"/>
            <a:ext cx="4937760" cy="694944"/>
            <a:chOff x="0" y="0"/>
            <a:chExt cx="6583680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F6E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99 · Archive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308343" y="5473703"/>
            <a:ext cx="25403" cy="391163"/>
            <a:chOff x="0" y="0"/>
            <a:chExt cx="33871" cy="5215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909" cy="521589"/>
            </a:xfrm>
            <a:custGeom>
              <a:avLst/>
              <a:gdLst/>
              <a:ahLst/>
              <a:cxnLst/>
              <a:rect r="r" b="b" t="t" l="l"/>
              <a:pathLst>
                <a:path h="521589" w="33909">
                  <a:moveTo>
                    <a:pt x="0" y="0"/>
                  </a:moveTo>
                  <a:lnTo>
                    <a:pt x="33909" y="52158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3480" t="0" r="-1923368" b="7"/>
              </a:stretch>
            </a:blipFill>
            <a:ln w="25400" cap="sq">
              <a:solidFill>
                <a:srgbClr val="BBBBB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028687" y="5845807"/>
            <a:ext cx="4950457" cy="707641"/>
            <a:chOff x="0" y="0"/>
            <a:chExt cx="6600609" cy="9435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E6F1FB"/>
            </a:solidFill>
            <a:ln w="12700" cap="sq">
              <a:solidFill>
                <a:srgbClr val="185FA5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035040" y="5852160"/>
            <a:ext cx="4937760" cy="694944"/>
            <a:chOff x="0" y="0"/>
            <a:chExt cx="658368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85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· Architecture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028687" y="6760207"/>
            <a:ext cx="4950457" cy="707641"/>
            <a:chOff x="0" y="0"/>
            <a:chExt cx="6600609" cy="94352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E6F1FB"/>
            </a:solidFill>
            <a:ln w="12700" cap="sq">
              <a:solidFill>
                <a:srgbClr val="185FA5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035040" y="6766560"/>
            <a:ext cx="4937760" cy="694944"/>
            <a:chOff x="0" y="0"/>
            <a:chExt cx="658368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85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· Data  /  07 · API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028687" y="7674607"/>
            <a:ext cx="4950457" cy="707641"/>
            <a:chOff x="0" y="0"/>
            <a:chExt cx="6600609" cy="94352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E6F1FB"/>
            </a:solidFill>
            <a:ln w="12700" cap="sq">
              <a:solidFill>
                <a:srgbClr val="185FA5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035040" y="7680960"/>
            <a:ext cx="4937760" cy="694944"/>
            <a:chOff x="0" y="0"/>
            <a:chExt cx="658368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85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· UML  /  09 · Microservices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063223" y="5473703"/>
            <a:ext cx="25403" cy="391163"/>
            <a:chOff x="0" y="0"/>
            <a:chExt cx="33871" cy="52155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3909" cy="521589"/>
            </a:xfrm>
            <a:custGeom>
              <a:avLst/>
              <a:gdLst/>
              <a:ahLst/>
              <a:cxnLst/>
              <a:rect r="r" b="b" t="t" l="l"/>
              <a:pathLst>
                <a:path h="521589" w="33909">
                  <a:moveTo>
                    <a:pt x="0" y="0"/>
                  </a:moveTo>
                  <a:lnTo>
                    <a:pt x="33909" y="52158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3480" t="0" r="-1923368" b="7"/>
              </a:stretch>
            </a:blipFill>
            <a:ln w="25400" cap="sq">
              <a:solidFill>
                <a:srgbClr val="BBBBBB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0966447" y="5845807"/>
            <a:ext cx="4950457" cy="707641"/>
            <a:chOff x="0" y="0"/>
            <a:chExt cx="6600609" cy="94352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FAECE7"/>
            </a:solidFill>
            <a:ln w="12700" cap="sq">
              <a:solidFill>
                <a:srgbClr val="993C1D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972800" y="5852160"/>
            <a:ext cx="4937760" cy="694944"/>
            <a:chOff x="0" y="0"/>
            <a:chExt cx="6583680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93C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· UX/UI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966447" y="6760207"/>
            <a:ext cx="4950457" cy="707641"/>
            <a:chOff x="0" y="0"/>
            <a:chExt cx="6600609" cy="94352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FAECE7"/>
            </a:solidFill>
            <a:ln w="12700" cap="sq">
              <a:solidFill>
                <a:srgbClr val="993C1D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0972800" y="6766560"/>
            <a:ext cx="4937760" cy="694944"/>
            <a:chOff x="0" y="0"/>
            <a:chExt cx="6583680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93C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· Operations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966447" y="7674607"/>
            <a:ext cx="4950457" cy="707641"/>
            <a:chOff x="0" y="0"/>
            <a:chExt cx="6600609" cy="9435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600571" cy="943483"/>
            </a:xfrm>
            <a:custGeom>
              <a:avLst/>
              <a:gdLst/>
              <a:ahLst/>
              <a:cxnLst/>
              <a:rect r="r" b="b" t="t" l="l"/>
              <a:pathLst>
                <a:path h="943483" w="6600571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6451600" y="0"/>
                  </a:lnTo>
                  <a:cubicBezTo>
                    <a:pt x="6533896" y="0"/>
                    <a:pt x="6600571" y="66675"/>
                    <a:pt x="6600571" y="148971"/>
                  </a:cubicBezTo>
                  <a:lnTo>
                    <a:pt x="6600571" y="794512"/>
                  </a:lnTo>
                  <a:cubicBezTo>
                    <a:pt x="6600571" y="876808"/>
                    <a:pt x="6533896" y="943483"/>
                    <a:pt x="6451600" y="943483"/>
                  </a:cubicBezTo>
                  <a:lnTo>
                    <a:pt x="148971" y="943483"/>
                  </a:lnTo>
                  <a:cubicBezTo>
                    <a:pt x="66675" y="943483"/>
                    <a:pt x="0" y="876808"/>
                    <a:pt x="0" y="794512"/>
                  </a:cubicBezTo>
                  <a:close/>
                </a:path>
              </a:pathLst>
            </a:custGeom>
            <a:solidFill>
              <a:srgbClr val="FAECE7"/>
            </a:solidFill>
            <a:ln w="12700" cap="sq">
              <a:solidFill>
                <a:srgbClr val="993C1D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972800" y="7680960"/>
            <a:ext cx="4937760" cy="694944"/>
            <a:chOff x="0" y="0"/>
            <a:chExt cx="658368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583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93C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· Training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301990" y="8612886"/>
            <a:ext cx="38100" cy="586740"/>
            <a:chOff x="0" y="0"/>
            <a:chExt cx="50800" cy="7823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0800" cy="782320"/>
            </a:xfrm>
            <a:custGeom>
              <a:avLst/>
              <a:gdLst/>
              <a:ahLst/>
              <a:cxnLst/>
              <a:rect r="r" b="b" t="t" l="l"/>
              <a:pathLst>
                <a:path h="782320" w="50800">
                  <a:moveTo>
                    <a:pt x="0" y="0"/>
                  </a:moveTo>
                  <a:lnTo>
                    <a:pt x="50800" y="7823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925875" t="0" r="-1925875" b="0"/>
              </a:stretch>
            </a:blipFill>
            <a:ln w="38100" cap="sq">
              <a:solidFill>
                <a:srgbClr val="3B6D11"/>
              </a:solidFill>
              <a:prstDash val="sysDash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6753863" y="9131303"/>
            <a:ext cx="3134363" cy="756923"/>
            <a:chOff x="0" y="0"/>
            <a:chExt cx="4179151" cy="100923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1790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4179062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3977259" y="0"/>
                  </a:lnTo>
                  <a:cubicBezTo>
                    <a:pt x="4088765" y="0"/>
                    <a:pt x="4179062" y="90424"/>
                    <a:pt x="4179062" y="201803"/>
                  </a:cubicBezTo>
                  <a:lnTo>
                    <a:pt x="4179062" y="807339"/>
                  </a:lnTo>
                  <a:cubicBezTo>
                    <a:pt x="4179062" y="918845"/>
                    <a:pt x="4088638" y="1009142"/>
                    <a:pt x="3977259" y="1009142"/>
                  </a:cubicBezTo>
                  <a:lnTo>
                    <a:pt x="201803" y="1009142"/>
                  </a:lnTo>
                  <a:cubicBezTo>
                    <a:pt x="90424" y="1009269"/>
                    <a:pt x="0" y="918845"/>
                    <a:pt x="0" y="807339"/>
                  </a:cubicBezTo>
                  <a:close/>
                </a:path>
              </a:pathLst>
            </a:custGeom>
            <a:solidFill>
              <a:srgbClr val="EAF3DE"/>
            </a:solidFill>
            <a:ln w="25400" cap="sq">
              <a:solidFill>
                <a:srgbClr val="3B6D11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6766560" y="9144000"/>
            <a:ext cx="3108960" cy="731520"/>
            <a:chOff x="0" y="0"/>
            <a:chExt cx="4145280" cy="9753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4145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6D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Calidad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5852160" y="9912096"/>
            <a:ext cx="4937760" cy="438912"/>
            <a:chOff x="0" y="0"/>
            <a:chExt cx="6583680" cy="58521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5836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6D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· DevOps   ·   11 · Quality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7007840" y="9692640"/>
            <a:ext cx="1097280" cy="365760"/>
            <a:chOff x="0" y="0"/>
            <a:chExt cx="1463040" cy="4876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63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4630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365760"/>
            <a:ext cx="16824960" cy="1005840"/>
            <a:chOff x="0" y="0"/>
            <a:chExt cx="2243328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43328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Las 4 áreas del repositorio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316736"/>
            <a:ext cx="16824960" cy="548640"/>
            <a:chOff x="0" y="0"/>
            <a:chExt cx="224332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¿Qué cubre cada rama?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1357" y="2092957"/>
            <a:ext cx="8249917" cy="3495037"/>
            <a:chOff x="0" y="0"/>
            <a:chExt cx="10999889" cy="46600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99978" cy="4660138"/>
            </a:xfrm>
            <a:custGeom>
              <a:avLst/>
              <a:gdLst/>
              <a:ahLst/>
              <a:cxnLst/>
              <a:rect r="r" b="b" t="t" l="l"/>
              <a:pathLst>
                <a:path h="4660138" w="10999978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10705592" y="0"/>
                  </a:lnTo>
                  <a:cubicBezTo>
                    <a:pt x="10868152" y="0"/>
                    <a:pt x="10999978" y="131826"/>
                    <a:pt x="10999978" y="294386"/>
                  </a:cubicBezTo>
                  <a:lnTo>
                    <a:pt x="10999978" y="4365752"/>
                  </a:lnTo>
                  <a:cubicBezTo>
                    <a:pt x="10999978" y="4528312"/>
                    <a:pt x="10868152" y="4660138"/>
                    <a:pt x="10705592" y="4660138"/>
                  </a:cubicBezTo>
                  <a:lnTo>
                    <a:pt x="294386" y="4660138"/>
                  </a:lnTo>
                  <a:cubicBezTo>
                    <a:pt x="131826" y="4660011"/>
                    <a:pt x="0" y="4528312"/>
                    <a:pt x="0" y="4365752"/>
                  </a:cubicBezTo>
                  <a:close/>
                </a:path>
              </a:pathLst>
            </a:custGeom>
            <a:solidFill>
              <a:srgbClr val="E1F5EE"/>
            </a:solidFill>
            <a:ln w="20320" cap="sq">
              <a:solidFill>
                <a:srgbClr val="0F6E5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322576"/>
            <a:ext cx="7498080" cy="694944"/>
            <a:chOff x="0" y="0"/>
            <a:chExt cx="999744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99744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6E5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📋  Planeación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3054096"/>
            <a:ext cx="7498080" cy="548640"/>
            <a:chOff x="0" y="0"/>
            <a:chExt cx="99974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F6E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Convenciones Git y flujo de ramas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3639312"/>
            <a:ext cx="7498080" cy="548640"/>
            <a:chOff x="0" y="0"/>
            <a:chExt cx="99974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F6E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Reglas de documentación y seguridad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4224528"/>
            <a:ext cx="7498080" cy="548640"/>
            <a:chOff x="0" y="0"/>
            <a:chExt cx="99974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F6E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riesgos y backlog técnico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4809744"/>
            <a:ext cx="7498080" cy="548640"/>
            <a:chOff x="0" y="0"/>
            <a:chExt cx="99974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F6E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Archivo de documentos deprecados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16717" y="2092957"/>
            <a:ext cx="8249917" cy="3495037"/>
            <a:chOff x="0" y="0"/>
            <a:chExt cx="10999889" cy="46600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99978" cy="4660138"/>
            </a:xfrm>
            <a:custGeom>
              <a:avLst/>
              <a:gdLst/>
              <a:ahLst/>
              <a:cxnLst/>
              <a:rect r="r" b="b" t="t" l="l"/>
              <a:pathLst>
                <a:path h="4660138" w="10999978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10705592" y="0"/>
                  </a:lnTo>
                  <a:cubicBezTo>
                    <a:pt x="10868152" y="0"/>
                    <a:pt x="10999978" y="131826"/>
                    <a:pt x="10999978" y="294386"/>
                  </a:cubicBezTo>
                  <a:lnTo>
                    <a:pt x="10999978" y="4365752"/>
                  </a:lnTo>
                  <a:cubicBezTo>
                    <a:pt x="10999978" y="4528312"/>
                    <a:pt x="10868152" y="4660138"/>
                    <a:pt x="10705592" y="4660138"/>
                  </a:cubicBezTo>
                  <a:lnTo>
                    <a:pt x="294386" y="4660138"/>
                  </a:lnTo>
                  <a:cubicBezTo>
                    <a:pt x="131826" y="4660011"/>
                    <a:pt x="0" y="4528312"/>
                    <a:pt x="0" y="4365752"/>
                  </a:cubicBezTo>
                  <a:close/>
                </a:path>
              </a:pathLst>
            </a:custGeom>
            <a:solidFill>
              <a:srgbClr val="E6F1FB"/>
            </a:solidFill>
            <a:ln w="20320" cap="sq">
              <a:solidFill>
                <a:srgbClr val="185FA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92640" y="2322576"/>
            <a:ext cx="7498080" cy="694944"/>
            <a:chOff x="0" y="0"/>
            <a:chExt cx="999744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99744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85F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🏗️  Desarrollo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92640" y="3054096"/>
            <a:ext cx="7498080" cy="548640"/>
            <a:chOff x="0" y="0"/>
            <a:chExt cx="99974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85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Arquitectura del sistema y ADRs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92640" y="3639312"/>
            <a:ext cx="7498080" cy="548640"/>
            <a:chOff x="0" y="0"/>
            <a:chExt cx="999744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85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 y contratos API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92640" y="4224528"/>
            <a:ext cx="7498080" cy="548640"/>
            <a:chOff x="0" y="0"/>
            <a:chExt cx="99974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85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Diagramas UML (fuentes + exports)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92640" y="4809744"/>
            <a:ext cx="7498080" cy="548640"/>
            <a:chOff x="0" y="0"/>
            <a:chExt cx="999744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85FA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Catálogo de microservicios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21357" y="5750557"/>
            <a:ext cx="8249917" cy="3495037"/>
            <a:chOff x="0" y="0"/>
            <a:chExt cx="10999889" cy="46600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99978" cy="4660138"/>
            </a:xfrm>
            <a:custGeom>
              <a:avLst/>
              <a:gdLst/>
              <a:ahLst/>
              <a:cxnLst/>
              <a:rect r="r" b="b" t="t" l="l"/>
              <a:pathLst>
                <a:path h="4660138" w="10999978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10705592" y="0"/>
                  </a:lnTo>
                  <a:cubicBezTo>
                    <a:pt x="10868152" y="0"/>
                    <a:pt x="10999978" y="131826"/>
                    <a:pt x="10999978" y="294386"/>
                  </a:cubicBezTo>
                  <a:lnTo>
                    <a:pt x="10999978" y="4365752"/>
                  </a:lnTo>
                  <a:cubicBezTo>
                    <a:pt x="10999978" y="4528312"/>
                    <a:pt x="10868152" y="4660138"/>
                    <a:pt x="10705592" y="4660138"/>
                  </a:cubicBezTo>
                  <a:lnTo>
                    <a:pt x="294386" y="4660138"/>
                  </a:lnTo>
                  <a:cubicBezTo>
                    <a:pt x="131826" y="4660011"/>
                    <a:pt x="0" y="4528312"/>
                    <a:pt x="0" y="4365752"/>
                  </a:cubicBezTo>
                  <a:close/>
                </a:path>
              </a:pathLst>
            </a:custGeom>
            <a:solidFill>
              <a:srgbClr val="FAECE7"/>
            </a:solidFill>
            <a:ln w="20320" cap="sq">
              <a:solidFill>
                <a:srgbClr val="993C1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97280" y="5980176"/>
            <a:ext cx="7498080" cy="694944"/>
            <a:chOff x="0" y="0"/>
            <a:chExt cx="999744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999744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993C1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⚙️  Operación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6711696"/>
            <a:ext cx="7498080" cy="548640"/>
            <a:chOff x="0" y="0"/>
            <a:chExt cx="99974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993C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system y wireframes UX/UI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7296912"/>
            <a:ext cx="7498080" cy="548640"/>
            <a:chOff x="0" y="0"/>
            <a:chExt cx="99974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993C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Observabilidad e incidentes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7280" y="7882128"/>
            <a:ext cx="7498080" cy="548640"/>
            <a:chOff x="0" y="0"/>
            <a:chExt cx="99974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993C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Manuales de usuario y admin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7280" y="8467344"/>
            <a:ext cx="7498080" cy="548640"/>
            <a:chOff x="0" y="0"/>
            <a:chExt cx="999744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993C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Onboarding técnico del equipo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16717" y="5750557"/>
            <a:ext cx="8249917" cy="3495037"/>
            <a:chOff x="0" y="0"/>
            <a:chExt cx="10999889" cy="466004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99978" cy="4660138"/>
            </a:xfrm>
            <a:custGeom>
              <a:avLst/>
              <a:gdLst/>
              <a:ahLst/>
              <a:cxnLst/>
              <a:rect r="r" b="b" t="t" l="l"/>
              <a:pathLst>
                <a:path h="4660138" w="10999978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10705592" y="0"/>
                  </a:lnTo>
                  <a:cubicBezTo>
                    <a:pt x="10868152" y="0"/>
                    <a:pt x="10999978" y="131826"/>
                    <a:pt x="10999978" y="294386"/>
                  </a:cubicBezTo>
                  <a:lnTo>
                    <a:pt x="10999978" y="4365752"/>
                  </a:lnTo>
                  <a:cubicBezTo>
                    <a:pt x="10999978" y="4528312"/>
                    <a:pt x="10868152" y="4660138"/>
                    <a:pt x="10705592" y="4660138"/>
                  </a:cubicBezTo>
                  <a:lnTo>
                    <a:pt x="294386" y="4660138"/>
                  </a:lnTo>
                  <a:cubicBezTo>
                    <a:pt x="131826" y="4660011"/>
                    <a:pt x="0" y="4528312"/>
                    <a:pt x="0" y="4365752"/>
                  </a:cubicBezTo>
                  <a:close/>
                </a:path>
              </a:pathLst>
            </a:custGeom>
            <a:solidFill>
              <a:srgbClr val="EAF3DE"/>
            </a:solidFill>
            <a:ln w="20320" cap="sq">
              <a:solidFill>
                <a:srgbClr val="3B6D11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692640" y="5980176"/>
            <a:ext cx="7498080" cy="694944"/>
            <a:chOff x="0" y="0"/>
            <a:chExt cx="999744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999744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B6D1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✅  Calidad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92640" y="6711696"/>
            <a:ext cx="7498080" cy="548640"/>
            <a:chOff x="0" y="0"/>
            <a:chExt cx="999744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B6D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Pipelines CI/CD y ambientes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92640" y="7296912"/>
            <a:ext cx="7498080" cy="548640"/>
            <a:chOff x="0" y="0"/>
            <a:chExt cx="999744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B6D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Estrategia de testing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92640" y="7882128"/>
            <a:ext cx="7498080" cy="548640"/>
            <a:chOff x="0" y="0"/>
            <a:chExt cx="999744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B6D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 de code review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92640" y="8467344"/>
            <a:ext cx="7498080" cy="548640"/>
            <a:chOff x="0" y="0"/>
            <a:chExt cx="999744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B6D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Criterios de Definition of Done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7007840" y="9692640"/>
            <a:ext cx="1097280" cy="365760"/>
            <a:chOff x="0" y="0"/>
            <a:chExt cx="1463040" cy="487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" cy="487680"/>
            </a:xfrm>
            <a:custGeom>
              <a:avLst/>
              <a:gdLst/>
              <a:ahLst/>
              <a:cxnLst/>
              <a:rect r="r" b="b" t="t" l="l"/>
              <a:pathLst>
                <a:path h="4876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4630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BBBB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DAHNHv4laFQ</dc:identifier>
  <dcterms:modified xsi:type="dcterms:W3CDTF">2011-08-01T06:04:30Z</dcterms:modified>
  <cp:revision>1</cp:revision>
  <dc:title>Laboratorio_SENA.pptx</dc:title>
</cp:coreProperties>
</file>