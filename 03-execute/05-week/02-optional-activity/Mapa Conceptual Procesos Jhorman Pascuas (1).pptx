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</p:sldIdLst>
  <p:sldSz cx="9753600" cy="7315200"/>
  <p:notesSz cx="6858000" cy="9144000"/>
  <p:embeddedFontLst>
    <p:embeddedFont>
      <p:font typeface="Lexend Deca" charset="1" panose="00000000000000000000"/>
      <p:regular r:id="rId8"/>
    </p:embeddedFont>
    <p:embeddedFont>
      <p:font typeface="Open Sauce" charset="1" panose="00000500000000000000"/>
      <p:regular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fonts/font8.fntdata" Type="http://schemas.openxmlformats.org/officeDocument/2006/relationships/font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8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514688" y="2571628"/>
            <a:ext cx="4724224" cy="2258664"/>
            <a:chOff x="0" y="0"/>
            <a:chExt cx="1749713" cy="8365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49713" cy="836542"/>
            </a:xfrm>
            <a:custGeom>
              <a:avLst/>
              <a:gdLst/>
              <a:ahLst/>
              <a:cxnLst/>
              <a:rect r="r" b="b" t="t" l="l"/>
              <a:pathLst>
                <a:path h="836542" w="1749713">
                  <a:moveTo>
                    <a:pt x="58996" y="0"/>
                  </a:moveTo>
                  <a:lnTo>
                    <a:pt x="1690717" y="0"/>
                  </a:lnTo>
                  <a:cubicBezTo>
                    <a:pt x="1723299" y="0"/>
                    <a:pt x="1749713" y="26413"/>
                    <a:pt x="1749713" y="58996"/>
                  </a:cubicBezTo>
                  <a:lnTo>
                    <a:pt x="1749713" y="777546"/>
                  </a:lnTo>
                  <a:cubicBezTo>
                    <a:pt x="1749713" y="793193"/>
                    <a:pt x="1743497" y="808199"/>
                    <a:pt x="1732433" y="819263"/>
                  </a:cubicBezTo>
                  <a:cubicBezTo>
                    <a:pt x="1721369" y="830326"/>
                    <a:pt x="1706363" y="836542"/>
                    <a:pt x="1690717" y="836542"/>
                  </a:cubicBezTo>
                  <a:lnTo>
                    <a:pt x="58996" y="836542"/>
                  </a:lnTo>
                  <a:cubicBezTo>
                    <a:pt x="43349" y="836542"/>
                    <a:pt x="28343" y="830326"/>
                    <a:pt x="17279" y="819263"/>
                  </a:cubicBezTo>
                  <a:cubicBezTo>
                    <a:pt x="6216" y="808199"/>
                    <a:pt x="0" y="793193"/>
                    <a:pt x="0" y="777546"/>
                  </a:cubicBezTo>
                  <a:lnTo>
                    <a:pt x="0" y="58996"/>
                  </a:lnTo>
                  <a:cubicBezTo>
                    <a:pt x="0" y="43349"/>
                    <a:pt x="6216" y="28343"/>
                    <a:pt x="17279" y="17279"/>
                  </a:cubicBezTo>
                  <a:cubicBezTo>
                    <a:pt x="28343" y="6216"/>
                    <a:pt x="43349" y="0"/>
                    <a:pt x="58996" y="0"/>
                  </a:cubicBezTo>
                  <a:close/>
                </a:path>
              </a:pathLst>
            </a:custGeom>
            <a:solidFill>
              <a:srgbClr val="FDE79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749713" cy="8460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4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211584" y="3093770"/>
            <a:ext cx="3330432" cy="11657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71"/>
              </a:lnSpc>
            </a:pPr>
            <a:r>
              <a:rPr lang="en-US" sz="4118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MA</a:t>
            </a:r>
            <a:r>
              <a:rPr lang="en-US" sz="4118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PA DE PROCESOS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6117" y="457990"/>
            <a:ext cx="4341706" cy="2875552"/>
            <a:chOff x="0" y="0"/>
            <a:chExt cx="5788941" cy="383407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788941" cy="3834070"/>
            </a:xfrm>
            <a:custGeom>
              <a:avLst/>
              <a:gdLst/>
              <a:ahLst/>
              <a:cxnLst/>
              <a:rect r="r" b="b" t="t" l="l"/>
              <a:pathLst>
                <a:path h="3834070" w="5788941">
                  <a:moveTo>
                    <a:pt x="0" y="0"/>
                  </a:moveTo>
                  <a:lnTo>
                    <a:pt x="5788941" y="0"/>
                  </a:lnTo>
                  <a:lnTo>
                    <a:pt x="5788941" y="3834070"/>
                  </a:lnTo>
                  <a:lnTo>
                    <a:pt x="0" y="38340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5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8" id="8"/>
            <p:cNvGrpSpPr/>
            <p:nvPr/>
          </p:nvGrpSpPr>
          <p:grpSpPr>
            <a:xfrm rot="0">
              <a:off x="930645" y="269800"/>
              <a:ext cx="4542904" cy="2781907"/>
              <a:chOff x="0" y="0"/>
              <a:chExt cx="1813564" cy="111056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1813564" cy="1110560"/>
              </a:xfrm>
              <a:custGeom>
                <a:avLst/>
                <a:gdLst/>
                <a:ahLst/>
                <a:cxnLst/>
                <a:rect r="r" b="b" t="t" l="l"/>
                <a:pathLst>
                  <a:path h="1110560" w="1813564">
                    <a:moveTo>
                      <a:pt x="57678" y="0"/>
                    </a:moveTo>
                    <a:lnTo>
                      <a:pt x="1755887" y="0"/>
                    </a:lnTo>
                    <a:cubicBezTo>
                      <a:pt x="1771184" y="0"/>
                      <a:pt x="1785854" y="6077"/>
                      <a:pt x="1796671" y="16893"/>
                    </a:cubicBezTo>
                    <a:cubicBezTo>
                      <a:pt x="1807488" y="27710"/>
                      <a:pt x="1813564" y="42381"/>
                      <a:pt x="1813564" y="57678"/>
                    </a:cubicBezTo>
                    <a:lnTo>
                      <a:pt x="1813564" y="1052882"/>
                    </a:lnTo>
                    <a:cubicBezTo>
                      <a:pt x="1813564" y="1084737"/>
                      <a:pt x="1787741" y="1110560"/>
                      <a:pt x="1755887" y="1110560"/>
                    </a:cubicBezTo>
                    <a:lnTo>
                      <a:pt x="57678" y="1110560"/>
                    </a:lnTo>
                    <a:cubicBezTo>
                      <a:pt x="42381" y="1110560"/>
                      <a:pt x="27710" y="1104483"/>
                      <a:pt x="16893" y="1093666"/>
                    </a:cubicBezTo>
                    <a:cubicBezTo>
                      <a:pt x="6077" y="1082850"/>
                      <a:pt x="0" y="1068179"/>
                      <a:pt x="0" y="1052882"/>
                    </a:cubicBezTo>
                    <a:lnTo>
                      <a:pt x="0" y="57678"/>
                    </a:lnTo>
                    <a:cubicBezTo>
                      <a:pt x="0" y="25823"/>
                      <a:pt x="25823" y="0"/>
                      <a:pt x="5767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38100"/>
                <a:ext cx="1813564" cy="114866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42"/>
                  </a:lnSpc>
                </a:pPr>
              </a:p>
            </p:txBody>
          </p:sp>
        </p:grpSp>
      </p:grpSp>
      <p:grpSp>
        <p:nvGrpSpPr>
          <p:cNvPr name="Group 11" id="11"/>
          <p:cNvGrpSpPr/>
          <p:nvPr/>
        </p:nvGrpSpPr>
        <p:grpSpPr>
          <a:xfrm rot="0">
            <a:off x="0" y="4387323"/>
            <a:ext cx="4341706" cy="2875552"/>
            <a:chOff x="0" y="0"/>
            <a:chExt cx="5788941" cy="383407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788941" cy="3834070"/>
            </a:xfrm>
            <a:custGeom>
              <a:avLst/>
              <a:gdLst/>
              <a:ahLst/>
              <a:cxnLst/>
              <a:rect r="r" b="b" t="t" l="l"/>
              <a:pathLst>
                <a:path h="3834070" w="5788941">
                  <a:moveTo>
                    <a:pt x="0" y="0"/>
                  </a:moveTo>
                  <a:lnTo>
                    <a:pt x="5788941" y="0"/>
                  </a:lnTo>
                  <a:lnTo>
                    <a:pt x="5788941" y="3834070"/>
                  </a:lnTo>
                  <a:lnTo>
                    <a:pt x="0" y="38340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5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13" id="13"/>
            <p:cNvGrpSpPr/>
            <p:nvPr/>
          </p:nvGrpSpPr>
          <p:grpSpPr>
            <a:xfrm rot="0">
              <a:off x="930645" y="269800"/>
              <a:ext cx="4542904" cy="2781907"/>
              <a:chOff x="0" y="0"/>
              <a:chExt cx="1813564" cy="111056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813564" cy="1110560"/>
              </a:xfrm>
              <a:custGeom>
                <a:avLst/>
                <a:gdLst/>
                <a:ahLst/>
                <a:cxnLst/>
                <a:rect r="r" b="b" t="t" l="l"/>
                <a:pathLst>
                  <a:path h="1110560" w="1813564">
                    <a:moveTo>
                      <a:pt x="57678" y="0"/>
                    </a:moveTo>
                    <a:lnTo>
                      <a:pt x="1755887" y="0"/>
                    </a:lnTo>
                    <a:cubicBezTo>
                      <a:pt x="1771184" y="0"/>
                      <a:pt x="1785854" y="6077"/>
                      <a:pt x="1796671" y="16893"/>
                    </a:cubicBezTo>
                    <a:cubicBezTo>
                      <a:pt x="1807488" y="27710"/>
                      <a:pt x="1813564" y="42381"/>
                      <a:pt x="1813564" y="57678"/>
                    </a:cubicBezTo>
                    <a:lnTo>
                      <a:pt x="1813564" y="1052882"/>
                    </a:lnTo>
                    <a:cubicBezTo>
                      <a:pt x="1813564" y="1084737"/>
                      <a:pt x="1787741" y="1110560"/>
                      <a:pt x="1755887" y="1110560"/>
                    </a:cubicBezTo>
                    <a:lnTo>
                      <a:pt x="57678" y="1110560"/>
                    </a:lnTo>
                    <a:cubicBezTo>
                      <a:pt x="42381" y="1110560"/>
                      <a:pt x="27710" y="1104483"/>
                      <a:pt x="16893" y="1093666"/>
                    </a:cubicBezTo>
                    <a:cubicBezTo>
                      <a:pt x="6077" y="1082850"/>
                      <a:pt x="0" y="1068179"/>
                      <a:pt x="0" y="1052882"/>
                    </a:cubicBezTo>
                    <a:lnTo>
                      <a:pt x="0" y="57678"/>
                    </a:lnTo>
                    <a:cubicBezTo>
                      <a:pt x="0" y="25823"/>
                      <a:pt x="25823" y="0"/>
                      <a:pt x="5767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1813564" cy="114866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42"/>
                  </a:lnSpc>
                </a:pPr>
              </a:p>
            </p:txBody>
          </p:sp>
        </p:grpSp>
      </p:grpSp>
      <p:grpSp>
        <p:nvGrpSpPr>
          <p:cNvPr name="Group 16" id="16"/>
          <p:cNvGrpSpPr/>
          <p:nvPr/>
        </p:nvGrpSpPr>
        <p:grpSpPr>
          <a:xfrm rot="0">
            <a:off x="4879595" y="580227"/>
            <a:ext cx="4341706" cy="2875552"/>
            <a:chOff x="0" y="0"/>
            <a:chExt cx="5788941" cy="383407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788941" cy="3834070"/>
            </a:xfrm>
            <a:custGeom>
              <a:avLst/>
              <a:gdLst/>
              <a:ahLst/>
              <a:cxnLst/>
              <a:rect r="r" b="b" t="t" l="l"/>
              <a:pathLst>
                <a:path h="3834070" w="5788941">
                  <a:moveTo>
                    <a:pt x="0" y="0"/>
                  </a:moveTo>
                  <a:lnTo>
                    <a:pt x="5788941" y="0"/>
                  </a:lnTo>
                  <a:lnTo>
                    <a:pt x="5788941" y="3834070"/>
                  </a:lnTo>
                  <a:lnTo>
                    <a:pt x="0" y="38340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5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18" id="18"/>
            <p:cNvGrpSpPr/>
            <p:nvPr/>
          </p:nvGrpSpPr>
          <p:grpSpPr>
            <a:xfrm rot="0">
              <a:off x="930645" y="269800"/>
              <a:ext cx="4542904" cy="2781907"/>
              <a:chOff x="0" y="0"/>
              <a:chExt cx="1813564" cy="111056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1813564" cy="1110560"/>
              </a:xfrm>
              <a:custGeom>
                <a:avLst/>
                <a:gdLst/>
                <a:ahLst/>
                <a:cxnLst/>
                <a:rect r="r" b="b" t="t" l="l"/>
                <a:pathLst>
                  <a:path h="1110560" w="1813564">
                    <a:moveTo>
                      <a:pt x="57678" y="0"/>
                    </a:moveTo>
                    <a:lnTo>
                      <a:pt x="1755887" y="0"/>
                    </a:lnTo>
                    <a:cubicBezTo>
                      <a:pt x="1771184" y="0"/>
                      <a:pt x="1785854" y="6077"/>
                      <a:pt x="1796671" y="16893"/>
                    </a:cubicBezTo>
                    <a:cubicBezTo>
                      <a:pt x="1807488" y="27710"/>
                      <a:pt x="1813564" y="42381"/>
                      <a:pt x="1813564" y="57678"/>
                    </a:cubicBezTo>
                    <a:lnTo>
                      <a:pt x="1813564" y="1052882"/>
                    </a:lnTo>
                    <a:cubicBezTo>
                      <a:pt x="1813564" y="1084737"/>
                      <a:pt x="1787741" y="1110560"/>
                      <a:pt x="1755887" y="1110560"/>
                    </a:cubicBezTo>
                    <a:lnTo>
                      <a:pt x="57678" y="1110560"/>
                    </a:lnTo>
                    <a:cubicBezTo>
                      <a:pt x="42381" y="1110560"/>
                      <a:pt x="27710" y="1104483"/>
                      <a:pt x="16893" y="1093666"/>
                    </a:cubicBezTo>
                    <a:cubicBezTo>
                      <a:pt x="6077" y="1082850"/>
                      <a:pt x="0" y="1068179"/>
                      <a:pt x="0" y="1052882"/>
                    </a:cubicBezTo>
                    <a:lnTo>
                      <a:pt x="0" y="57678"/>
                    </a:lnTo>
                    <a:cubicBezTo>
                      <a:pt x="0" y="25823"/>
                      <a:pt x="25823" y="0"/>
                      <a:pt x="5767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38100"/>
                <a:ext cx="1813564" cy="114866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42"/>
                  </a:lnSpc>
                </a:pPr>
              </a:p>
            </p:txBody>
          </p:sp>
        </p:grpSp>
      </p:grpSp>
      <p:grpSp>
        <p:nvGrpSpPr>
          <p:cNvPr name="Group 21" id="21"/>
          <p:cNvGrpSpPr/>
          <p:nvPr/>
        </p:nvGrpSpPr>
        <p:grpSpPr>
          <a:xfrm rot="0">
            <a:off x="4876800" y="4387323"/>
            <a:ext cx="4341706" cy="2875552"/>
            <a:chOff x="0" y="0"/>
            <a:chExt cx="5788941" cy="383407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788941" cy="3834070"/>
            </a:xfrm>
            <a:custGeom>
              <a:avLst/>
              <a:gdLst/>
              <a:ahLst/>
              <a:cxnLst/>
              <a:rect r="r" b="b" t="t" l="l"/>
              <a:pathLst>
                <a:path h="3834070" w="5788941">
                  <a:moveTo>
                    <a:pt x="0" y="0"/>
                  </a:moveTo>
                  <a:lnTo>
                    <a:pt x="5788941" y="0"/>
                  </a:lnTo>
                  <a:lnTo>
                    <a:pt x="5788941" y="3834070"/>
                  </a:lnTo>
                  <a:lnTo>
                    <a:pt x="0" y="38340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5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23" id="23"/>
            <p:cNvGrpSpPr/>
            <p:nvPr/>
          </p:nvGrpSpPr>
          <p:grpSpPr>
            <a:xfrm rot="0">
              <a:off x="930645" y="269800"/>
              <a:ext cx="4542904" cy="2781907"/>
              <a:chOff x="0" y="0"/>
              <a:chExt cx="1813564" cy="111056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1813564" cy="1110560"/>
              </a:xfrm>
              <a:custGeom>
                <a:avLst/>
                <a:gdLst/>
                <a:ahLst/>
                <a:cxnLst/>
                <a:rect r="r" b="b" t="t" l="l"/>
                <a:pathLst>
                  <a:path h="1110560" w="1813564">
                    <a:moveTo>
                      <a:pt x="57678" y="0"/>
                    </a:moveTo>
                    <a:lnTo>
                      <a:pt x="1755887" y="0"/>
                    </a:lnTo>
                    <a:cubicBezTo>
                      <a:pt x="1771184" y="0"/>
                      <a:pt x="1785854" y="6077"/>
                      <a:pt x="1796671" y="16893"/>
                    </a:cubicBezTo>
                    <a:cubicBezTo>
                      <a:pt x="1807488" y="27710"/>
                      <a:pt x="1813564" y="42381"/>
                      <a:pt x="1813564" y="57678"/>
                    </a:cubicBezTo>
                    <a:lnTo>
                      <a:pt x="1813564" y="1052882"/>
                    </a:lnTo>
                    <a:cubicBezTo>
                      <a:pt x="1813564" y="1084737"/>
                      <a:pt x="1787741" y="1110560"/>
                      <a:pt x="1755887" y="1110560"/>
                    </a:cubicBezTo>
                    <a:lnTo>
                      <a:pt x="57678" y="1110560"/>
                    </a:lnTo>
                    <a:cubicBezTo>
                      <a:pt x="42381" y="1110560"/>
                      <a:pt x="27710" y="1104483"/>
                      <a:pt x="16893" y="1093666"/>
                    </a:cubicBezTo>
                    <a:cubicBezTo>
                      <a:pt x="6077" y="1082850"/>
                      <a:pt x="0" y="1068179"/>
                      <a:pt x="0" y="1052882"/>
                    </a:cubicBezTo>
                    <a:lnTo>
                      <a:pt x="0" y="57678"/>
                    </a:lnTo>
                    <a:cubicBezTo>
                      <a:pt x="0" y="25823"/>
                      <a:pt x="25823" y="0"/>
                      <a:pt x="5767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38100"/>
                <a:ext cx="1813564" cy="114866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42"/>
                  </a:lnSpc>
                </a:pPr>
              </a:p>
            </p:txBody>
          </p:sp>
        </p:grpSp>
      </p:grpSp>
      <p:grpSp>
        <p:nvGrpSpPr>
          <p:cNvPr name="Group 26" id="26"/>
          <p:cNvGrpSpPr/>
          <p:nvPr/>
        </p:nvGrpSpPr>
        <p:grpSpPr>
          <a:xfrm rot="0">
            <a:off x="365542" y="457990"/>
            <a:ext cx="744295" cy="798623"/>
            <a:chOff x="0" y="0"/>
            <a:chExt cx="992394" cy="106483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72438"/>
              <a:ext cx="992394" cy="992394"/>
            </a:xfrm>
            <a:custGeom>
              <a:avLst/>
              <a:gdLst/>
              <a:ahLst/>
              <a:cxnLst/>
              <a:rect r="r" b="b" t="t" l="l"/>
              <a:pathLst>
                <a:path h="992394" w="992394">
                  <a:moveTo>
                    <a:pt x="0" y="0"/>
                  </a:moveTo>
                  <a:lnTo>
                    <a:pt x="992394" y="0"/>
                  </a:lnTo>
                  <a:lnTo>
                    <a:pt x="992394" y="992393"/>
                  </a:lnTo>
                  <a:lnTo>
                    <a:pt x="0" y="9923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30000"/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28" id="28"/>
            <p:cNvGrpSpPr/>
            <p:nvPr/>
          </p:nvGrpSpPr>
          <p:grpSpPr>
            <a:xfrm rot="0">
              <a:off x="193038" y="0"/>
              <a:ext cx="799356" cy="799356"/>
              <a:chOff x="0" y="0"/>
              <a:chExt cx="812800" cy="812800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42"/>
                  </a:lnSpc>
                </a:pPr>
              </a:p>
            </p:txBody>
          </p:sp>
        </p:grpSp>
      </p:grpSp>
      <p:grpSp>
        <p:nvGrpSpPr>
          <p:cNvPr name="Group 31" id="31"/>
          <p:cNvGrpSpPr/>
          <p:nvPr/>
        </p:nvGrpSpPr>
        <p:grpSpPr>
          <a:xfrm rot="0">
            <a:off x="365542" y="4326205"/>
            <a:ext cx="744295" cy="798623"/>
            <a:chOff x="0" y="0"/>
            <a:chExt cx="992394" cy="106483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72438"/>
              <a:ext cx="992394" cy="992394"/>
            </a:xfrm>
            <a:custGeom>
              <a:avLst/>
              <a:gdLst/>
              <a:ahLst/>
              <a:cxnLst/>
              <a:rect r="r" b="b" t="t" l="l"/>
              <a:pathLst>
                <a:path h="992394" w="992394">
                  <a:moveTo>
                    <a:pt x="0" y="0"/>
                  </a:moveTo>
                  <a:lnTo>
                    <a:pt x="992394" y="0"/>
                  </a:lnTo>
                  <a:lnTo>
                    <a:pt x="992394" y="992393"/>
                  </a:lnTo>
                  <a:lnTo>
                    <a:pt x="0" y="9923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30000"/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33" id="33"/>
            <p:cNvGrpSpPr/>
            <p:nvPr/>
          </p:nvGrpSpPr>
          <p:grpSpPr>
            <a:xfrm rot="0">
              <a:off x="193038" y="0"/>
              <a:ext cx="799356" cy="799356"/>
              <a:chOff x="0" y="0"/>
              <a:chExt cx="812800" cy="812800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42"/>
                  </a:lnSpc>
                </a:pPr>
              </a:p>
            </p:txBody>
          </p:sp>
        </p:grpSp>
      </p:grpSp>
      <p:grpSp>
        <p:nvGrpSpPr>
          <p:cNvPr name="Group 36" id="36"/>
          <p:cNvGrpSpPr/>
          <p:nvPr/>
        </p:nvGrpSpPr>
        <p:grpSpPr>
          <a:xfrm rot="0">
            <a:off x="5245137" y="519108"/>
            <a:ext cx="744295" cy="798623"/>
            <a:chOff x="0" y="0"/>
            <a:chExt cx="992394" cy="1064831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72438"/>
              <a:ext cx="992394" cy="992394"/>
            </a:xfrm>
            <a:custGeom>
              <a:avLst/>
              <a:gdLst/>
              <a:ahLst/>
              <a:cxnLst/>
              <a:rect r="r" b="b" t="t" l="l"/>
              <a:pathLst>
                <a:path h="992394" w="992394">
                  <a:moveTo>
                    <a:pt x="0" y="0"/>
                  </a:moveTo>
                  <a:lnTo>
                    <a:pt x="992394" y="0"/>
                  </a:lnTo>
                  <a:lnTo>
                    <a:pt x="992394" y="992393"/>
                  </a:lnTo>
                  <a:lnTo>
                    <a:pt x="0" y="9923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30000"/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38" id="38"/>
            <p:cNvGrpSpPr/>
            <p:nvPr/>
          </p:nvGrpSpPr>
          <p:grpSpPr>
            <a:xfrm rot="0">
              <a:off x="193038" y="0"/>
              <a:ext cx="799356" cy="799356"/>
              <a:chOff x="0" y="0"/>
              <a:chExt cx="812800" cy="812800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40" id="40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42"/>
                  </a:lnSpc>
                </a:pPr>
              </a:p>
            </p:txBody>
          </p:sp>
        </p:grpSp>
      </p:grpSp>
      <p:grpSp>
        <p:nvGrpSpPr>
          <p:cNvPr name="Group 41" id="41"/>
          <p:cNvGrpSpPr/>
          <p:nvPr/>
        </p:nvGrpSpPr>
        <p:grpSpPr>
          <a:xfrm rot="0">
            <a:off x="5242342" y="4326205"/>
            <a:ext cx="744295" cy="798623"/>
            <a:chOff x="0" y="0"/>
            <a:chExt cx="992394" cy="106483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72438"/>
              <a:ext cx="992394" cy="992394"/>
            </a:xfrm>
            <a:custGeom>
              <a:avLst/>
              <a:gdLst/>
              <a:ahLst/>
              <a:cxnLst/>
              <a:rect r="r" b="b" t="t" l="l"/>
              <a:pathLst>
                <a:path h="992394" w="992394">
                  <a:moveTo>
                    <a:pt x="0" y="0"/>
                  </a:moveTo>
                  <a:lnTo>
                    <a:pt x="992394" y="0"/>
                  </a:lnTo>
                  <a:lnTo>
                    <a:pt x="992394" y="992393"/>
                  </a:lnTo>
                  <a:lnTo>
                    <a:pt x="0" y="9923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30000"/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43" id="43"/>
            <p:cNvGrpSpPr/>
            <p:nvPr/>
          </p:nvGrpSpPr>
          <p:grpSpPr>
            <a:xfrm rot="0">
              <a:off x="193038" y="0"/>
              <a:ext cx="799356" cy="799356"/>
              <a:chOff x="0" y="0"/>
              <a:chExt cx="812800" cy="812800"/>
            </a:xfrm>
          </p:grpSpPr>
          <p:sp>
            <p:nvSpPr>
              <p:cNvPr name="Freeform 44" id="4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45" id="45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42"/>
                  </a:lnSpc>
                </a:pPr>
              </a:p>
            </p:txBody>
          </p:sp>
        </p:grpSp>
      </p:grpSp>
      <p:grpSp>
        <p:nvGrpSpPr>
          <p:cNvPr name="Group 46" id="46"/>
          <p:cNvGrpSpPr/>
          <p:nvPr/>
        </p:nvGrpSpPr>
        <p:grpSpPr>
          <a:xfrm rot="0">
            <a:off x="1077485" y="979766"/>
            <a:ext cx="2636822" cy="505974"/>
            <a:chOff x="0" y="0"/>
            <a:chExt cx="1403521" cy="269319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403521" cy="269319"/>
            </a:xfrm>
            <a:custGeom>
              <a:avLst/>
              <a:gdLst/>
              <a:ahLst/>
              <a:cxnLst/>
              <a:rect r="r" b="b" t="t" l="l"/>
              <a:pathLst>
                <a:path h="269319" w="1403521">
                  <a:moveTo>
                    <a:pt x="134659" y="0"/>
                  </a:moveTo>
                  <a:lnTo>
                    <a:pt x="1268861" y="0"/>
                  </a:lnTo>
                  <a:cubicBezTo>
                    <a:pt x="1343232" y="0"/>
                    <a:pt x="1403521" y="60289"/>
                    <a:pt x="1403521" y="134659"/>
                  </a:cubicBezTo>
                  <a:lnTo>
                    <a:pt x="1403521" y="134659"/>
                  </a:lnTo>
                  <a:cubicBezTo>
                    <a:pt x="1403521" y="170373"/>
                    <a:pt x="1389334" y="204624"/>
                    <a:pt x="1364080" y="229878"/>
                  </a:cubicBezTo>
                  <a:cubicBezTo>
                    <a:pt x="1338827" y="255131"/>
                    <a:pt x="1304575" y="269319"/>
                    <a:pt x="1268861" y="269319"/>
                  </a:cubicBezTo>
                  <a:lnTo>
                    <a:pt x="134659" y="269319"/>
                  </a:lnTo>
                  <a:cubicBezTo>
                    <a:pt x="98945" y="269319"/>
                    <a:pt x="64694" y="255131"/>
                    <a:pt x="39441" y="229878"/>
                  </a:cubicBezTo>
                  <a:cubicBezTo>
                    <a:pt x="14187" y="204624"/>
                    <a:pt x="0" y="170373"/>
                    <a:pt x="0" y="134659"/>
                  </a:cubicBezTo>
                  <a:lnTo>
                    <a:pt x="0" y="134659"/>
                  </a:lnTo>
                  <a:cubicBezTo>
                    <a:pt x="0" y="98945"/>
                    <a:pt x="14187" y="64694"/>
                    <a:pt x="39441" y="39441"/>
                  </a:cubicBezTo>
                  <a:cubicBezTo>
                    <a:pt x="64694" y="14187"/>
                    <a:pt x="98945" y="0"/>
                    <a:pt x="134659" y="0"/>
                  </a:cubicBezTo>
                  <a:close/>
                </a:path>
              </a:pathLst>
            </a:custGeom>
            <a:solidFill>
              <a:srgbClr val="FDE791"/>
            </a:solid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28575"/>
              <a:ext cx="1403521" cy="2978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42"/>
                </a:lnSpc>
              </a:pP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177185" y="4925031"/>
            <a:ext cx="2636822" cy="505974"/>
            <a:chOff x="0" y="0"/>
            <a:chExt cx="1403521" cy="269319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403521" cy="269319"/>
            </a:xfrm>
            <a:custGeom>
              <a:avLst/>
              <a:gdLst/>
              <a:ahLst/>
              <a:cxnLst/>
              <a:rect r="r" b="b" t="t" l="l"/>
              <a:pathLst>
                <a:path h="269319" w="1403521">
                  <a:moveTo>
                    <a:pt x="134659" y="0"/>
                  </a:moveTo>
                  <a:lnTo>
                    <a:pt x="1268861" y="0"/>
                  </a:lnTo>
                  <a:cubicBezTo>
                    <a:pt x="1343232" y="0"/>
                    <a:pt x="1403521" y="60289"/>
                    <a:pt x="1403521" y="134659"/>
                  </a:cubicBezTo>
                  <a:lnTo>
                    <a:pt x="1403521" y="134659"/>
                  </a:lnTo>
                  <a:cubicBezTo>
                    <a:pt x="1403521" y="170373"/>
                    <a:pt x="1389334" y="204624"/>
                    <a:pt x="1364080" y="229878"/>
                  </a:cubicBezTo>
                  <a:cubicBezTo>
                    <a:pt x="1338827" y="255131"/>
                    <a:pt x="1304575" y="269319"/>
                    <a:pt x="1268861" y="269319"/>
                  </a:cubicBezTo>
                  <a:lnTo>
                    <a:pt x="134659" y="269319"/>
                  </a:lnTo>
                  <a:cubicBezTo>
                    <a:pt x="98945" y="269319"/>
                    <a:pt x="64694" y="255131"/>
                    <a:pt x="39441" y="229878"/>
                  </a:cubicBezTo>
                  <a:cubicBezTo>
                    <a:pt x="14187" y="204624"/>
                    <a:pt x="0" y="170373"/>
                    <a:pt x="0" y="134659"/>
                  </a:cubicBezTo>
                  <a:lnTo>
                    <a:pt x="0" y="134659"/>
                  </a:lnTo>
                  <a:cubicBezTo>
                    <a:pt x="0" y="98945"/>
                    <a:pt x="14187" y="64694"/>
                    <a:pt x="39441" y="39441"/>
                  </a:cubicBezTo>
                  <a:cubicBezTo>
                    <a:pt x="64694" y="14187"/>
                    <a:pt x="98945" y="0"/>
                    <a:pt x="134659" y="0"/>
                  </a:cubicBezTo>
                  <a:close/>
                </a:path>
              </a:pathLst>
            </a:custGeom>
            <a:solidFill>
              <a:srgbClr val="FDE791"/>
            </a:solid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28575"/>
              <a:ext cx="1403521" cy="2978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42"/>
                </a:lnSpc>
              </a:pP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5957080" y="1040885"/>
            <a:ext cx="2636822" cy="505974"/>
            <a:chOff x="0" y="0"/>
            <a:chExt cx="1403521" cy="269319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403521" cy="269319"/>
            </a:xfrm>
            <a:custGeom>
              <a:avLst/>
              <a:gdLst/>
              <a:ahLst/>
              <a:cxnLst/>
              <a:rect r="r" b="b" t="t" l="l"/>
              <a:pathLst>
                <a:path h="269319" w="1403521">
                  <a:moveTo>
                    <a:pt x="134659" y="0"/>
                  </a:moveTo>
                  <a:lnTo>
                    <a:pt x="1268861" y="0"/>
                  </a:lnTo>
                  <a:cubicBezTo>
                    <a:pt x="1343232" y="0"/>
                    <a:pt x="1403521" y="60289"/>
                    <a:pt x="1403521" y="134659"/>
                  </a:cubicBezTo>
                  <a:lnTo>
                    <a:pt x="1403521" y="134659"/>
                  </a:lnTo>
                  <a:cubicBezTo>
                    <a:pt x="1403521" y="170373"/>
                    <a:pt x="1389334" y="204624"/>
                    <a:pt x="1364080" y="229878"/>
                  </a:cubicBezTo>
                  <a:cubicBezTo>
                    <a:pt x="1338827" y="255131"/>
                    <a:pt x="1304575" y="269319"/>
                    <a:pt x="1268861" y="269319"/>
                  </a:cubicBezTo>
                  <a:lnTo>
                    <a:pt x="134659" y="269319"/>
                  </a:lnTo>
                  <a:cubicBezTo>
                    <a:pt x="98945" y="269319"/>
                    <a:pt x="64694" y="255131"/>
                    <a:pt x="39441" y="229878"/>
                  </a:cubicBezTo>
                  <a:cubicBezTo>
                    <a:pt x="14187" y="204624"/>
                    <a:pt x="0" y="170373"/>
                    <a:pt x="0" y="134659"/>
                  </a:cubicBezTo>
                  <a:lnTo>
                    <a:pt x="0" y="134659"/>
                  </a:lnTo>
                  <a:cubicBezTo>
                    <a:pt x="0" y="98945"/>
                    <a:pt x="14187" y="64694"/>
                    <a:pt x="39441" y="39441"/>
                  </a:cubicBezTo>
                  <a:cubicBezTo>
                    <a:pt x="64694" y="14187"/>
                    <a:pt x="98945" y="0"/>
                    <a:pt x="134659" y="0"/>
                  </a:cubicBezTo>
                  <a:close/>
                </a:path>
              </a:pathLst>
            </a:custGeom>
            <a:solidFill>
              <a:srgbClr val="FDE791"/>
            </a:solid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28575"/>
              <a:ext cx="1403521" cy="2978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42"/>
                </a:lnSpc>
              </a:pP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5954285" y="4847981"/>
            <a:ext cx="2636822" cy="505974"/>
            <a:chOff x="0" y="0"/>
            <a:chExt cx="1403521" cy="269319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403521" cy="269319"/>
            </a:xfrm>
            <a:custGeom>
              <a:avLst/>
              <a:gdLst/>
              <a:ahLst/>
              <a:cxnLst/>
              <a:rect r="r" b="b" t="t" l="l"/>
              <a:pathLst>
                <a:path h="269319" w="1403521">
                  <a:moveTo>
                    <a:pt x="134659" y="0"/>
                  </a:moveTo>
                  <a:lnTo>
                    <a:pt x="1268861" y="0"/>
                  </a:lnTo>
                  <a:cubicBezTo>
                    <a:pt x="1343232" y="0"/>
                    <a:pt x="1403521" y="60289"/>
                    <a:pt x="1403521" y="134659"/>
                  </a:cubicBezTo>
                  <a:lnTo>
                    <a:pt x="1403521" y="134659"/>
                  </a:lnTo>
                  <a:cubicBezTo>
                    <a:pt x="1403521" y="170373"/>
                    <a:pt x="1389334" y="204624"/>
                    <a:pt x="1364080" y="229878"/>
                  </a:cubicBezTo>
                  <a:cubicBezTo>
                    <a:pt x="1338827" y="255131"/>
                    <a:pt x="1304575" y="269319"/>
                    <a:pt x="1268861" y="269319"/>
                  </a:cubicBezTo>
                  <a:lnTo>
                    <a:pt x="134659" y="269319"/>
                  </a:lnTo>
                  <a:cubicBezTo>
                    <a:pt x="98945" y="269319"/>
                    <a:pt x="64694" y="255131"/>
                    <a:pt x="39441" y="229878"/>
                  </a:cubicBezTo>
                  <a:cubicBezTo>
                    <a:pt x="14187" y="204624"/>
                    <a:pt x="0" y="170373"/>
                    <a:pt x="0" y="134659"/>
                  </a:cubicBezTo>
                  <a:lnTo>
                    <a:pt x="0" y="134659"/>
                  </a:lnTo>
                  <a:cubicBezTo>
                    <a:pt x="0" y="98945"/>
                    <a:pt x="14187" y="64694"/>
                    <a:pt x="39441" y="39441"/>
                  </a:cubicBezTo>
                  <a:cubicBezTo>
                    <a:pt x="64694" y="14187"/>
                    <a:pt x="98945" y="0"/>
                    <a:pt x="134659" y="0"/>
                  </a:cubicBezTo>
                  <a:close/>
                </a:path>
              </a:pathLst>
            </a:custGeom>
            <a:solidFill>
              <a:srgbClr val="FDE791"/>
            </a:solid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28575"/>
              <a:ext cx="1403521" cy="2978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42"/>
                </a:lnSpc>
              </a:pPr>
            </a:p>
          </p:txBody>
        </p:sp>
      </p:grpSp>
      <p:sp>
        <p:nvSpPr>
          <p:cNvPr name="TextBox 58" id="58"/>
          <p:cNvSpPr txBox="true"/>
          <p:nvPr/>
        </p:nvSpPr>
        <p:spPr>
          <a:xfrm rot="0">
            <a:off x="5914824" y="5409074"/>
            <a:ext cx="2648175" cy="896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52"/>
              </a:lnSpc>
            </a:pPr>
            <a:r>
              <a:rPr lang="en-US" sz="968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El </a:t>
            </a:r>
            <a:r>
              <a:rPr lang="en-US" sz="968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mapa de procesos ayuda a entender y organizar las actividades de una empresa. Permite mejorar la eficiencia y alcanzar mejor los objetivos.</a:t>
            </a:r>
          </a:p>
          <a:p>
            <a:pPr algn="l">
              <a:lnSpc>
                <a:spcPts val="1452"/>
              </a:lnSpc>
            </a:pPr>
          </a:p>
        </p:txBody>
      </p:sp>
      <p:sp>
        <p:nvSpPr>
          <p:cNvPr name="TextBox 59" id="59"/>
          <p:cNvSpPr txBox="true"/>
          <p:nvPr/>
        </p:nvSpPr>
        <p:spPr>
          <a:xfrm rot="0">
            <a:off x="6156845" y="4957925"/>
            <a:ext cx="2291182" cy="257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4"/>
              </a:lnSpc>
            </a:pPr>
            <a:r>
              <a:rPr lang="en-US" sz="1669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Conclusion</a:t>
            </a:r>
          </a:p>
        </p:txBody>
      </p:sp>
      <p:sp>
        <p:nvSpPr>
          <p:cNvPr name="Freeform 60" id="60"/>
          <p:cNvSpPr/>
          <p:nvPr/>
        </p:nvSpPr>
        <p:spPr>
          <a:xfrm flipH="false" flipV="false" rot="0">
            <a:off x="7823535" y="3128025"/>
            <a:ext cx="3258535" cy="3209657"/>
          </a:xfrm>
          <a:custGeom>
            <a:avLst/>
            <a:gdLst/>
            <a:ahLst/>
            <a:cxnLst/>
            <a:rect r="r" b="b" t="t" l="l"/>
            <a:pathLst>
              <a:path h="3209657" w="3258535">
                <a:moveTo>
                  <a:pt x="0" y="0"/>
                </a:moveTo>
                <a:lnTo>
                  <a:pt x="3258535" y="0"/>
                </a:lnTo>
                <a:lnTo>
                  <a:pt x="3258535" y="3209657"/>
                </a:lnTo>
                <a:lnTo>
                  <a:pt x="0" y="320965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1" id="61"/>
          <p:cNvSpPr/>
          <p:nvPr/>
        </p:nvSpPr>
        <p:spPr>
          <a:xfrm flipH="false" flipV="false" rot="0">
            <a:off x="3813054" y="778734"/>
            <a:ext cx="1189539" cy="1414013"/>
          </a:xfrm>
          <a:custGeom>
            <a:avLst/>
            <a:gdLst/>
            <a:ahLst/>
            <a:cxnLst/>
            <a:rect r="r" b="b" t="t" l="l"/>
            <a:pathLst>
              <a:path h="1414013" w="1189539">
                <a:moveTo>
                  <a:pt x="0" y="0"/>
                </a:moveTo>
                <a:lnTo>
                  <a:pt x="1189539" y="0"/>
                </a:lnTo>
                <a:lnTo>
                  <a:pt x="1189539" y="1414013"/>
                </a:lnTo>
                <a:lnTo>
                  <a:pt x="0" y="141401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62" id="62"/>
          <p:cNvSpPr/>
          <p:nvPr/>
        </p:nvSpPr>
        <p:spPr>
          <a:xfrm flipH="false" flipV="false" rot="0">
            <a:off x="3881354" y="5320367"/>
            <a:ext cx="998241" cy="1017316"/>
          </a:xfrm>
          <a:custGeom>
            <a:avLst/>
            <a:gdLst/>
            <a:ahLst/>
            <a:cxnLst/>
            <a:rect r="r" b="b" t="t" l="l"/>
            <a:pathLst>
              <a:path h="1017316" w="998241">
                <a:moveTo>
                  <a:pt x="0" y="0"/>
                </a:moveTo>
                <a:lnTo>
                  <a:pt x="998241" y="0"/>
                </a:lnTo>
                <a:lnTo>
                  <a:pt x="998241" y="1017315"/>
                </a:lnTo>
                <a:lnTo>
                  <a:pt x="0" y="101731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63" id="63"/>
          <p:cNvSpPr/>
          <p:nvPr/>
        </p:nvSpPr>
        <p:spPr>
          <a:xfrm flipH="true" flipV="false" rot="-4985461">
            <a:off x="586698" y="2461734"/>
            <a:ext cx="1249555" cy="1305019"/>
          </a:xfrm>
          <a:custGeom>
            <a:avLst/>
            <a:gdLst/>
            <a:ahLst/>
            <a:cxnLst/>
            <a:rect r="r" b="b" t="t" l="l"/>
            <a:pathLst>
              <a:path h="1305019" w="1249555">
                <a:moveTo>
                  <a:pt x="1249555" y="0"/>
                </a:moveTo>
                <a:lnTo>
                  <a:pt x="0" y="0"/>
                </a:lnTo>
                <a:lnTo>
                  <a:pt x="0" y="1305018"/>
                </a:lnTo>
                <a:lnTo>
                  <a:pt x="1249555" y="1305018"/>
                </a:lnTo>
                <a:lnTo>
                  <a:pt x="1249555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64" id="64"/>
          <p:cNvSpPr txBox="true"/>
          <p:nvPr/>
        </p:nvSpPr>
        <p:spPr>
          <a:xfrm rot="0">
            <a:off x="703194" y="606319"/>
            <a:ext cx="213770" cy="3028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5"/>
              </a:lnSpc>
            </a:pPr>
            <a:r>
              <a:rPr lang="en-US" sz="2004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1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703194" y="4474534"/>
            <a:ext cx="213770" cy="3028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5"/>
              </a:lnSpc>
            </a:pPr>
            <a:r>
              <a:rPr lang="en-US" sz="2004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3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5582788" y="667437"/>
            <a:ext cx="213770" cy="3028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5"/>
              </a:lnSpc>
            </a:pPr>
            <a:r>
              <a:rPr lang="en-US" sz="2004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2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5579994" y="4474534"/>
            <a:ext cx="213770" cy="3028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5"/>
              </a:lnSpc>
            </a:pPr>
            <a:r>
              <a:rPr lang="en-US" sz="2004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4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1077485" y="1508759"/>
            <a:ext cx="2648175" cy="997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02"/>
              </a:lnSpc>
            </a:pPr>
            <a:r>
              <a:rPr lang="en-US" sz="1068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Un </a:t>
            </a:r>
            <a:r>
              <a:rPr lang="en-US" sz="1068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mapa de procesos es una representación gráfica que muestra las actividades de una empresa y cómo se relacionan para cumplir un objetivo.</a:t>
            </a:r>
          </a:p>
          <a:p>
            <a:pPr algn="l">
              <a:lnSpc>
                <a:spcPts val="1602"/>
              </a:lnSpc>
            </a:pPr>
          </a:p>
        </p:txBody>
      </p:sp>
      <p:sp>
        <p:nvSpPr>
          <p:cNvPr name="TextBox 69" id="69"/>
          <p:cNvSpPr txBox="true"/>
          <p:nvPr/>
        </p:nvSpPr>
        <p:spPr>
          <a:xfrm rot="0">
            <a:off x="1077485" y="5487646"/>
            <a:ext cx="2648175" cy="94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73843" indent="-136921" lvl="1">
              <a:lnSpc>
                <a:spcPts val="1902"/>
              </a:lnSpc>
              <a:buFont typeface="Arial"/>
              <a:buChar char="•"/>
            </a:pPr>
            <a:r>
              <a:rPr lang="en-US" sz="1268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</a:t>
            </a:r>
            <a:r>
              <a:rPr lang="en-US" sz="1268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laneación → Estratégico</a:t>
            </a:r>
          </a:p>
          <a:p>
            <a:pPr algn="l" marL="273843" indent="-136921" lvl="1">
              <a:lnSpc>
                <a:spcPts val="1902"/>
              </a:lnSpc>
              <a:buFont typeface="Arial"/>
              <a:buChar char="•"/>
            </a:pPr>
            <a:r>
              <a:rPr lang="en-US" sz="1268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Producción → Misional</a:t>
            </a:r>
          </a:p>
          <a:p>
            <a:pPr algn="l" marL="273843" indent="-136921" lvl="1">
              <a:lnSpc>
                <a:spcPts val="1902"/>
              </a:lnSpc>
              <a:buFont typeface="Arial"/>
              <a:buChar char="•"/>
            </a:pPr>
            <a:r>
              <a:rPr lang="en-US" sz="1268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Recursos humanos → Apoyo</a:t>
            </a:r>
          </a:p>
          <a:p>
            <a:pPr algn="l">
              <a:lnSpc>
                <a:spcPts val="1902"/>
              </a:lnSpc>
            </a:pPr>
          </a:p>
        </p:txBody>
      </p:sp>
      <p:sp>
        <p:nvSpPr>
          <p:cNvPr name="TextBox 70" id="70"/>
          <p:cNvSpPr txBox="true"/>
          <p:nvPr/>
        </p:nvSpPr>
        <p:spPr>
          <a:xfrm rot="0">
            <a:off x="5942932" y="1508759"/>
            <a:ext cx="2648175" cy="1197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30664" indent="-115332" lvl="1">
              <a:lnSpc>
                <a:spcPts val="1602"/>
              </a:lnSpc>
              <a:buFont typeface="Arial"/>
              <a:buChar char="•"/>
            </a:pPr>
            <a:r>
              <a:rPr lang="en-US" sz="1068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</a:t>
            </a:r>
            <a:r>
              <a:rPr lang="en-US" sz="1068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stratégicos: toman decisiones y dirigen la empresa.</a:t>
            </a:r>
          </a:p>
          <a:p>
            <a:pPr algn="l" marL="230664" indent="-115332" lvl="1">
              <a:lnSpc>
                <a:spcPts val="1602"/>
              </a:lnSpc>
              <a:buFont typeface="Arial"/>
              <a:buChar char="•"/>
            </a:pPr>
            <a:r>
              <a:rPr lang="en-US" sz="1068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Misionales: desarrollan la actividad principal.</a:t>
            </a:r>
          </a:p>
          <a:p>
            <a:pPr algn="l" marL="230664" indent="-115332" lvl="1">
              <a:lnSpc>
                <a:spcPts val="1602"/>
              </a:lnSpc>
              <a:buFont typeface="Arial"/>
              <a:buChar char="•"/>
            </a:pPr>
            <a:r>
              <a:rPr lang="en-US" sz="1068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De apoyo: ayudan al funcionamiento.</a:t>
            </a:r>
          </a:p>
          <a:p>
            <a:pPr algn="l">
              <a:lnSpc>
                <a:spcPts val="1602"/>
              </a:lnSpc>
            </a:pPr>
          </a:p>
        </p:txBody>
      </p:sp>
      <p:sp>
        <p:nvSpPr>
          <p:cNvPr name="TextBox 71" id="71"/>
          <p:cNvSpPr txBox="true"/>
          <p:nvPr/>
        </p:nvSpPr>
        <p:spPr>
          <a:xfrm rot="0">
            <a:off x="1279327" y="1089711"/>
            <a:ext cx="2291182" cy="257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4"/>
              </a:lnSpc>
            </a:pPr>
            <a:r>
              <a:rPr lang="en-US" sz="1669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¿Qué es ?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1329811" y="4957925"/>
            <a:ext cx="2291182" cy="257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4"/>
              </a:lnSpc>
            </a:pPr>
            <a:r>
              <a:rPr lang="en-US" sz="1669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EJEMPLO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6159640" y="1140732"/>
            <a:ext cx="2291182" cy="257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4"/>
              </a:lnSpc>
            </a:pPr>
            <a:r>
              <a:rPr lang="en-US" sz="1669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TIPOS DE PROCESOS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8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07044" y="627730"/>
            <a:ext cx="8939512" cy="5955950"/>
          </a:xfrm>
          <a:custGeom>
            <a:avLst/>
            <a:gdLst/>
            <a:ahLst/>
            <a:cxnLst/>
            <a:rect r="r" b="b" t="t" l="l"/>
            <a:pathLst>
              <a:path h="5955950" w="8939512">
                <a:moveTo>
                  <a:pt x="0" y="0"/>
                </a:moveTo>
                <a:lnTo>
                  <a:pt x="8939512" y="0"/>
                </a:lnTo>
                <a:lnTo>
                  <a:pt x="8939512" y="5955950"/>
                </a:lnTo>
                <a:lnTo>
                  <a:pt x="0" y="59559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DAHElgqsYRU</dc:identifier>
  <dcterms:modified xsi:type="dcterms:W3CDTF">2011-08-01T06:04:30Z</dcterms:modified>
  <cp:revision>1</cp:revision>
  <dc:title>Mapa Conceptual Procesos de trabajo moderno verde amarillo</dc:title>
</cp:coreProperties>
</file>