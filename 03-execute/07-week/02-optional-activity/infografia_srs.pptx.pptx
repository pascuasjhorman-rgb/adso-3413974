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9753600" cy="7315200"/>
  <p:notesSz cx="6858000" cy="9144000"/>
  <p:embeddedFontLst>
    <p:embeddedFont>
      <p:font typeface="Georgia Bold" charset="1" panose="02040802050405020203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 Bold" charset="1" panose="020F0702030404030204"/>
      <p:regular r:id="rId17"/>
    </p:embeddedFont>
    <p:embeddedFont>
      <p:font typeface="Bugaki" charset="1" panose="00000000000000000000"/>
      <p:regular r:id="rId18"/>
    </p:embeddedFont>
    <p:embeddedFont>
      <p:font typeface="Calibri (MS)" charset="1" panose="020F0502020204030204"/>
      <p:regular r:id="rId19"/>
    </p:embeddedFont>
    <p:embeddedFont>
      <p:font typeface="Sergio Trendy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72" y="-6772"/>
            <a:ext cx="9767145" cy="81820"/>
            <a:chOff x="0" y="0"/>
            <a:chExt cx="13022859" cy="109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017" y="9017"/>
              <a:ext cx="13004800" cy="91059"/>
            </a:xfrm>
            <a:custGeom>
              <a:avLst/>
              <a:gdLst/>
              <a:ahLst/>
              <a:cxnLst/>
              <a:rect r="r" b="b" t="t" l="l"/>
              <a:pathLst>
                <a:path h="91059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22835" cy="109093"/>
            </a:xfrm>
            <a:custGeom>
              <a:avLst/>
              <a:gdLst/>
              <a:ahLst/>
              <a:cxnLst/>
              <a:rect r="r" b="b" t="t" l="l"/>
              <a:pathLst>
                <a:path h="109093" w="13022835">
                  <a:moveTo>
                    <a:pt x="9017" y="0"/>
                  </a:moveTo>
                  <a:lnTo>
                    <a:pt x="13013817" y="0"/>
                  </a:lnTo>
                  <a:cubicBezTo>
                    <a:pt x="13018770" y="0"/>
                    <a:pt x="13022835" y="4064"/>
                    <a:pt x="13022835" y="9017"/>
                  </a:cubicBezTo>
                  <a:lnTo>
                    <a:pt x="13022835" y="100076"/>
                  </a:lnTo>
                  <a:cubicBezTo>
                    <a:pt x="13022835" y="105029"/>
                    <a:pt x="13018770" y="109093"/>
                    <a:pt x="13013817" y="109093"/>
                  </a:cubicBezTo>
                  <a:lnTo>
                    <a:pt x="9017" y="109093"/>
                  </a:lnTo>
                  <a:cubicBezTo>
                    <a:pt x="4064" y="109093"/>
                    <a:pt x="0" y="105029"/>
                    <a:pt x="0" y="100076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00076"/>
                  </a:lnTo>
                  <a:lnTo>
                    <a:pt x="9017" y="100076"/>
                  </a:lnTo>
                  <a:lnTo>
                    <a:pt x="9017" y="91059"/>
                  </a:lnTo>
                  <a:lnTo>
                    <a:pt x="13013817" y="91059"/>
                  </a:lnTo>
                  <a:lnTo>
                    <a:pt x="13013817" y="100076"/>
                  </a:lnTo>
                  <a:lnTo>
                    <a:pt x="13004800" y="100076"/>
                  </a:lnTo>
                  <a:lnTo>
                    <a:pt x="13004800" y="9017"/>
                  </a:lnTo>
                  <a:lnTo>
                    <a:pt x="13013817" y="9017"/>
                  </a:lnTo>
                  <a:lnTo>
                    <a:pt x="13013817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63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75360" y="1476975"/>
            <a:ext cx="7802880" cy="2783567"/>
            <a:chOff x="0" y="0"/>
            <a:chExt cx="10403840" cy="37114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3840" cy="3711423"/>
            </a:xfrm>
            <a:custGeom>
              <a:avLst/>
              <a:gdLst/>
              <a:ahLst/>
              <a:cxnLst/>
              <a:rect r="r" b="b" t="t" l="l"/>
              <a:pathLst>
                <a:path h="3711423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3711423"/>
                  </a:lnTo>
                  <a:lnTo>
                    <a:pt x="0" y="37114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4" r="0" b="-367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403840" cy="3720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91"/>
                </a:lnSpc>
              </a:pPr>
              <a:r>
                <a:rPr lang="en-US" sz="6826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¿Qué es</a:t>
              </a:r>
            </a:p>
            <a:p>
              <a:pPr algn="ctr">
                <a:lnSpc>
                  <a:spcPts val="8191"/>
                </a:lnSpc>
              </a:pPr>
              <a:r>
                <a:rPr lang="en-US" sz="6826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un SRS?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14380" y="4178426"/>
            <a:ext cx="3678429" cy="82116"/>
            <a:chOff x="0" y="0"/>
            <a:chExt cx="3139211" cy="70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017" y="9017"/>
              <a:ext cx="3121152" cy="52070"/>
            </a:xfrm>
            <a:custGeom>
              <a:avLst/>
              <a:gdLst/>
              <a:ahLst/>
              <a:cxnLst/>
              <a:rect r="r" b="b" t="t" l="l"/>
              <a:pathLst>
                <a:path h="5207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2070"/>
                  </a:lnTo>
                  <a:lnTo>
                    <a:pt x="0" y="52070"/>
                  </a:lnTo>
                  <a:close/>
                </a:path>
              </a:pathLst>
            </a:custGeom>
            <a:solidFill>
              <a:srgbClr val="CADCF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9186" cy="70104"/>
            </a:xfrm>
            <a:custGeom>
              <a:avLst/>
              <a:gdLst/>
              <a:ahLst/>
              <a:cxnLst/>
              <a:rect r="r" b="b" t="t" l="l"/>
              <a:pathLst>
                <a:path h="70104" w="3139186">
                  <a:moveTo>
                    <a:pt x="9017" y="0"/>
                  </a:moveTo>
                  <a:lnTo>
                    <a:pt x="3130169" y="0"/>
                  </a:lnTo>
                  <a:cubicBezTo>
                    <a:pt x="3135122" y="0"/>
                    <a:pt x="3139186" y="4064"/>
                    <a:pt x="3139186" y="9017"/>
                  </a:cubicBezTo>
                  <a:lnTo>
                    <a:pt x="3139186" y="61087"/>
                  </a:lnTo>
                  <a:cubicBezTo>
                    <a:pt x="3139186" y="66040"/>
                    <a:pt x="3135122" y="70104"/>
                    <a:pt x="3130169" y="70104"/>
                  </a:cubicBezTo>
                  <a:lnTo>
                    <a:pt x="9017" y="70104"/>
                  </a:lnTo>
                  <a:cubicBezTo>
                    <a:pt x="4064" y="70104"/>
                    <a:pt x="0" y="66040"/>
                    <a:pt x="0" y="6108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61087"/>
                  </a:lnTo>
                  <a:lnTo>
                    <a:pt x="9017" y="61087"/>
                  </a:lnTo>
                  <a:lnTo>
                    <a:pt x="9017" y="52070"/>
                  </a:lnTo>
                  <a:lnTo>
                    <a:pt x="3130169" y="52070"/>
                  </a:lnTo>
                  <a:lnTo>
                    <a:pt x="3130169" y="61087"/>
                  </a:lnTo>
                  <a:lnTo>
                    <a:pt x="3121152" y="61087"/>
                  </a:lnTo>
                  <a:lnTo>
                    <a:pt x="3121152" y="9017"/>
                  </a:lnTo>
                  <a:lnTo>
                    <a:pt x="3130169" y="9017"/>
                  </a:lnTo>
                  <a:lnTo>
                    <a:pt x="3130169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2154" y="4784417"/>
            <a:ext cx="7802880" cy="1304514"/>
            <a:chOff x="0" y="0"/>
            <a:chExt cx="10403840" cy="17393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03840" cy="1739352"/>
            </a:xfrm>
            <a:custGeom>
              <a:avLst/>
              <a:gdLst/>
              <a:ahLst/>
              <a:cxnLst/>
              <a:rect r="r" b="b" t="t" l="l"/>
              <a:pathLst>
                <a:path h="1739352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1739352"/>
                  </a:lnTo>
                  <a:lnTo>
                    <a:pt x="0" y="1739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56" r="0" b="-352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403840" cy="1767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3"/>
                </a:lnSpc>
              </a:pPr>
              <a:r>
                <a:rPr lang="en-US" sz="1386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contrato entre cliente y desarrollador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772" y="7240153"/>
            <a:ext cx="9767145" cy="81820"/>
            <a:chOff x="0" y="0"/>
            <a:chExt cx="13022859" cy="1090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017" y="9017"/>
              <a:ext cx="13004800" cy="91059"/>
            </a:xfrm>
            <a:custGeom>
              <a:avLst/>
              <a:gdLst/>
              <a:ahLst/>
              <a:cxnLst/>
              <a:rect r="r" b="b" t="t" l="l"/>
              <a:pathLst>
                <a:path h="91059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22835" cy="109093"/>
            </a:xfrm>
            <a:custGeom>
              <a:avLst/>
              <a:gdLst/>
              <a:ahLst/>
              <a:cxnLst/>
              <a:rect r="r" b="b" t="t" l="l"/>
              <a:pathLst>
                <a:path h="109093" w="13022835">
                  <a:moveTo>
                    <a:pt x="9017" y="0"/>
                  </a:moveTo>
                  <a:lnTo>
                    <a:pt x="13013817" y="0"/>
                  </a:lnTo>
                  <a:cubicBezTo>
                    <a:pt x="13018770" y="0"/>
                    <a:pt x="13022835" y="4064"/>
                    <a:pt x="13022835" y="9017"/>
                  </a:cubicBezTo>
                  <a:lnTo>
                    <a:pt x="13022835" y="100076"/>
                  </a:lnTo>
                  <a:cubicBezTo>
                    <a:pt x="13022835" y="105029"/>
                    <a:pt x="13018770" y="109093"/>
                    <a:pt x="13013817" y="109093"/>
                  </a:cubicBezTo>
                  <a:lnTo>
                    <a:pt x="9017" y="109093"/>
                  </a:lnTo>
                  <a:cubicBezTo>
                    <a:pt x="4064" y="109093"/>
                    <a:pt x="0" y="105029"/>
                    <a:pt x="0" y="100076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00076"/>
                  </a:lnTo>
                  <a:lnTo>
                    <a:pt x="9017" y="100076"/>
                  </a:lnTo>
                  <a:lnTo>
                    <a:pt x="9017" y="91059"/>
                  </a:lnTo>
                  <a:lnTo>
                    <a:pt x="13013817" y="91059"/>
                  </a:lnTo>
                  <a:lnTo>
                    <a:pt x="13013817" y="100076"/>
                  </a:lnTo>
                  <a:lnTo>
                    <a:pt x="13004800" y="100076"/>
                  </a:lnTo>
                  <a:lnTo>
                    <a:pt x="13004800" y="9017"/>
                  </a:lnTo>
                  <a:lnTo>
                    <a:pt x="13013817" y="9017"/>
                  </a:lnTo>
                  <a:lnTo>
                    <a:pt x="13013817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9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72" y="-6772"/>
            <a:ext cx="228124" cy="7328745"/>
            <a:chOff x="0" y="0"/>
            <a:chExt cx="304165" cy="9771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017" y="9017"/>
              <a:ext cx="28613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86131">
                  <a:moveTo>
                    <a:pt x="0" y="0"/>
                  </a:moveTo>
                  <a:lnTo>
                    <a:pt x="286131" y="0"/>
                  </a:lnTo>
                  <a:lnTo>
                    <a:pt x="28613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65" cy="9771634"/>
            </a:xfrm>
            <a:custGeom>
              <a:avLst/>
              <a:gdLst/>
              <a:ahLst/>
              <a:cxnLst/>
              <a:rect r="r" b="b" t="t" l="l"/>
              <a:pathLst>
                <a:path h="9771634" w="304165">
                  <a:moveTo>
                    <a:pt x="9017" y="0"/>
                  </a:moveTo>
                  <a:lnTo>
                    <a:pt x="295148" y="0"/>
                  </a:lnTo>
                  <a:cubicBezTo>
                    <a:pt x="300101" y="0"/>
                    <a:pt x="304165" y="4064"/>
                    <a:pt x="304165" y="9017"/>
                  </a:cubicBezTo>
                  <a:lnTo>
                    <a:pt x="304165" y="9762617"/>
                  </a:lnTo>
                  <a:cubicBezTo>
                    <a:pt x="304165" y="9767570"/>
                    <a:pt x="300101" y="9771634"/>
                    <a:pt x="295148" y="9771634"/>
                  </a:cubicBezTo>
                  <a:lnTo>
                    <a:pt x="9017" y="9771634"/>
                  </a:lnTo>
                  <a:cubicBezTo>
                    <a:pt x="4064" y="9771634"/>
                    <a:pt x="0" y="9767570"/>
                    <a:pt x="0" y="976261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9762617"/>
                  </a:lnTo>
                  <a:lnTo>
                    <a:pt x="9017" y="9762617"/>
                  </a:lnTo>
                  <a:lnTo>
                    <a:pt x="9017" y="9753600"/>
                  </a:lnTo>
                  <a:lnTo>
                    <a:pt x="295148" y="9753600"/>
                  </a:lnTo>
                  <a:lnTo>
                    <a:pt x="295148" y="9762617"/>
                  </a:lnTo>
                  <a:lnTo>
                    <a:pt x="286131" y="9762617"/>
                  </a:lnTo>
                  <a:lnTo>
                    <a:pt x="286131" y="9017"/>
                  </a:lnTo>
                  <a:lnTo>
                    <a:pt x="295148" y="9017"/>
                  </a:lnTo>
                  <a:lnTo>
                    <a:pt x="295148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0908" y="383372"/>
            <a:ext cx="891369" cy="891369"/>
            <a:chOff x="0" y="0"/>
            <a:chExt cx="1188491" cy="1188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017" y="9017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6205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8466" cy="1188466"/>
            </a:xfrm>
            <a:custGeom>
              <a:avLst/>
              <a:gdLst/>
              <a:ahLst/>
              <a:cxnLst/>
              <a:rect r="r" b="b" t="t" l="l"/>
              <a:pathLst>
                <a:path h="1188466" w="1188466">
                  <a:moveTo>
                    <a:pt x="0" y="594233"/>
                  </a:moveTo>
                  <a:cubicBezTo>
                    <a:pt x="0" y="266065"/>
                    <a:pt x="266065" y="0"/>
                    <a:pt x="594233" y="0"/>
                  </a:cubicBezTo>
                  <a:lnTo>
                    <a:pt x="594233" y="9017"/>
                  </a:lnTo>
                  <a:lnTo>
                    <a:pt x="594233" y="0"/>
                  </a:lnTo>
                  <a:cubicBezTo>
                    <a:pt x="922401" y="0"/>
                    <a:pt x="1188466" y="266065"/>
                    <a:pt x="1188466" y="594233"/>
                  </a:cubicBezTo>
                  <a:lnTo>
                    <a:pt x="1179449" y="594233"/>
                  </a:lnTo>
                  <a:lnTo>
                    <a:pt x="1188466" y="594233"/>
                  </a:lnTo>
                  <a:cubicBezTo>
                    <a:pt x="1188466" y="922401"/>
                    <a:pt x="922401" y="1188466"/>
                    <a:pt x="594233" y="1188466"/>
                  </a:cubicBezTo>
                  <a:lnTo>
                    <a:pt x="594233" y="1179449"/>
                  </a:lnTo>
                  <a:lnTo>
                    <a:pt x="594233" y="1188466"/>
                  </a:lnTo>
                  <a:cubicBezTo>
                    <a:pt x="266065" y="1188466"/>
                    <a:pt x="0" y="922401"/>
                    <a:pt x="0" y="594233"/>
                  </a:cubicBezTo>
                  <a:lnTo>
                    <a:pt x="9017" y="594233"/>
                  </a:lnTo>
                  <a:lnTo>
                    <a:pt x="18034" y="594233"/>
                  </a:lnTo>
                  <a:lnTo>
                    <a:pt x="9017" y="594233"/>
                  </a:lnTo>
                  <a:lnTo>
                    <a:pt x="0" y="594233"/>
                  </a:lnTo>
                  <a:moveTo>
                    <a:pt x="18034" y="594233"/>
                  </a:moveTo>
                  <a:cubicBezTo>
                    <a:pt x="18034" y="599186"/>
                    <a:pt x="13970" y="603250"/>
                    <a:pt x="9017" y="603250"/>
                  </a:cubicBezTo>
                  <a:cubicBezTo>
                    <a:pt x="4064" y="603250"/>
                    <a:pt x="0" y="599186"/>
                    <a:pt x="0" y="594233"/>
                  </a:cubicBezTo>
                  <a:cubicBezTo>
                    <a:pt x="0" y="589280"/>
                    <a:pt x="4064" y="585216"/>
                    <a:pt x="9017" y="585216"/>
                  </a:cubicBezTo>
                  <a:cubicBezTo>
                    <a:pt x="13970" y="585216"/>
                    <a:pt x="18034" y="589280"/>
                    <a:pt x="18034" y="594233"/>
                  </a:cubicBezTo>
                  <a:cubicBezTo>
                    <a:pt x="18034" y="912495"/>
                    <a:pt x="275971" y="1170432"/>
                    <a:pt x="594233" y="1170432"/>
                  </a:cubicBezTo>
                  <a:cubicBezTo>
                    <a:pt x="912495" y="1170432"/>
                    <a:pt x="1170432" y="912495"/>
                    <a:pt x="1170432" y="594233"/>
                  </a:cubicBezTo>
                  <a:cubicBezTo>
                    <a:pt x="1170432" y="275971"/>
                    <a:pt x="912495" y="18034"/>
                    <a:pt x="594233" y="18034"/>
                  </a:cubicBezTo>
                  <a:lnTo>
                    <a:pt x="594233" y="9017"/>
                  </a:lnTo>
                  <a:lnTo>
                    <a:pt x="594233" y="18034"/>
                  </a:lnTo>
                  <a:cubicBezTo>
                    <a:pt x="275971" y="18034"/>
                    <a:pt x="18034" y="275971"/>
                    <a:pt x="18034" y="594233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4452" y="438531"/>
            <a:ext cx="877824" cy="877824"/>
            <a:chOff x="0" y="0"/>
            <a:chExt cx="1170432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34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9651" y="1659255"/>
            <a:ext cx="8778240" cy="1463040"/>
            <a:chOff x="0" y="0"/>
            <a:chExt cx="1170432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170432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1E2761"/>
                  </a:solidFill>
                  <a:latin typeface="Bugaki"/>
                  <a:ea typeface="Bugaki"/>
                  <a:cs typeface="Bugaki"/>
                  <a:sym typeface="Bugaki"/>
                </a:rPr>
                <a:t>¿</a:t>
              </a:r>
              <a:r>
                <a:rPr lang="en-US" sz="4053">
                  <a:solidFill>
                    <a:srgbClr val="1E2761"/>
                  </a:solidFill>
                  <a:latin typeface="Bugaki"/>
                  <a:ea typeface="Bugaki"/>
                  <a:cs typeface="Bugaki"/>
                  <a:sym typeface="Bugaki"/>
                </a:rPr>
                <a:t>Qué hace el sistema?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7729" y="3016844"/>
            <a:ext cx="8596713" cy="3134697"/>
            <a:chOff x="0" y="0"/>
            <a:chExt cx="11462283" cy="41795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017" y="9017"/>
              <a:ext cx="11444224" cy="4161536"/>
            </a:xfrm>
            <a:custGeom>
              <a:avLst/>
              <a:gdLst/>
              <a:ahLst/>
              <a:cxnLst/>
              <a:rect r="r" b="b" t="t" l="l"/>
              <a:pathLst>
                <a:path h="4161536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4161536"/>
                  </a:lnTo>
                  <a:lnTo>
                    <a:pt x="0" y="41615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62258" cy="4179570"/>
            </a:xfrm>
            <a:custGeom>
              <a:avLst/>
              <a:gdLst/>
              <a:ahLst/>
              <a:cxnLst/>
              <a:rect r="r" b="b" t="t" l="l"/>
              <a:pathLst>
                <a:path h="4179570" w="11462258">
                  <a:moveTo>
                    <a:pt x="9017" y="0"/>
                  </a:moveTo>
                  <a:lnTo>
                    <a:pt x="11453241" y="0"/>
                  </a:lnTo>
                  <a:cubicBezTo>
                    <a:pt x="11458194" y="0"/>
                    <a:pt x="11462258" y="4064"/>
                    <a:pt x="11462258" y="9017"/>
                  </a:cubicBezTo>
                  <a:lnTo>
                    <a:pt x="11462258" y="4170553"/>
                  </a:lnTo>
                  <a:cubicBezTo>
                    <a:pt x="11462258" y="4175506"/>
                    <a:pt x="11458194" y="4179570"/>
                    <a:pt x="11453241" y="4179570"/>
                  </a:cubicBezTo>
                  <a:lnTo>
                    <a:pt x="9017" y="4179570"/>
                  </a:lnTo>
                  <a:cubicBezTo>
                    <a:pt x="4064" y="4179570"/>
                    <a:pt x="0" y="4175506"/>
                    <a:pt x="0" y="4170553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170553"/>
                  </a:lnTo>
                  <a:lnTo>
                    <a:pt x="9017" y="4170553"/>
                  </a:lnTo>
                  <a:lnTo>
                    <a:pt x="9017" y="4161536"/>
                  </a:lnTo>
                  <a:lnTo>
                    <a:pt x="11453241" y="4161536"/>
                  </a:lnTo>
                  <a:lnTo>
                    <a:pt x="11453241" y="4170553"/>
                  </a:lnTo>
                  <a:lnTo>
                    <a:pt x="11444224" y="4170553"/>
                  </a:lnTo>
                  <a:lnTo>
                    <a:pt x="11444224" y="9017"/>
                  </a:lnTo>
                  <a:lnTo>
                    <a:pt x="11453241" y="9017"/>
                  </a:lnTo>
                  <a:lnTo>
                    <a:pt x="11453241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0908" y="3016844"/>
            <a:ext cx="130588" cy="3134697"/>
            <a:chOff x="0" y="0"/>
            <a:chExt cx="174117" cy="41795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017" y="9017"/>
              <a:ext cx="156083" cy="4161536"/>
            </a:xfrm>
            <a:custGeom>
              <a:avLst/>
              <a:gdLst/>
              <a:ahLst/>
              <a:cxnLst/>
              <a:rect r="r" b="b" t="t" l="l"/>
              <a:pathLst>
                <a:path h="4161536" w="156083">
                  <a:moveTo>
                    <a:pt x="0" y="0"/>
                  </a:moveTo>
                  <a:lnTo>
                    <a:pt x="156083" y="0"/>
                  </a:lnTo>
                  <a:lnTo>
                    <a:pt x="156083" y="4161536"/>
                  </a:lnTo>
                  <a:lnTo>
                    <a:pt x="0" y="4161536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117" cy="4179570"/>
            </a:xfrm>
            <a:custGeom>
              <a:avLst/>
              <a:gdLst/>
              <a:ahLst/>
              <a:cxnLst/>
              <a:rect r="r" b="b" t="t" l="l"/>
              <a:pathLst>
                <a:path h="4179570" w="174117">
                  <a:moveTo>
                    <a:pt x="9017" y="0"/>
                  </a:moveTo>
                  <a:lnTo>
                    <a:pt x="165100" y="0"/>
                  </a:lnTo>
                  <a:cubicBezTo>
                    <a:pt x="170053" y="0"/>
                    <a:pt x="174117" y="4064"/>
                    <a:pt x="174117" y="9017"/>
                  </a:cubicBezTo>
                  <a:lnTo>
                    <a:pt x="174117" y="4170553"/>
                  </a:lnTo>
                  <a:cubicBezTo>
                    <a:pt x="174117" y="4175506"/>
                    <a:pt x="170053" y="4179570"/>
                    <a:pt x="165100" y="4179570"/>
                  </a:cubicBezTo>
                  <a:lnTo>
                    <a:pt x="9017" y="4179570"/>
                  </a:lnTo>
                  <a:cubicBezTo>
                    <a:pt x="4064" y="4179570"/>
                    <a:pt x="0" y="4175506"/>
                    <a:pt x="0" y="4170553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170553"/>
                  </a:lnTo>
                  <a:lnTo>
                    <a:pt x="9017" y="4170553"/>
                  </a:lnTo>
                  <a:lnTo>
                    <a:pt x="9017" y="4161536"/>
                  </a:lnTo>
                  <a:lnTo>
                    <a:pt x="165100" y="4161536"/>
                  </a:lnTo>
                  <a:lnTo>
                    <a:pt x="165100" y="4170553"/>
                  </a:lnTo>
                  <a:lnTo>
                    <a:pt x="156083" y="4170553"/>
                  </a:lnTo>
                  <a:lnTo>
                    <a:pt x="156083" y="9017"/>
                  </a:lnTo>
                  <a:lnTo>
                    <a:pt x="165100" y="9017"/>
                  </a:lnTo>
                  <a:lnTo>
                    <a:pt x="165100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99795" y="3169920"/>
            <a:ext cx="7997952" cy="438912"/>
            <a:chOff x="0" y="0"/>
            <a:chExt cx="10663936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63936" cy="585216"/>
            </a:xfrm>
            <a:custGeom>
              <a:avLst/>
              <a:gdLst/>
              <a:ahLst/>
              <a:cxnLst/>
              <a:rect r="r" b="b" t="t" l="l"/>
              <a:pathLst>
                <a:path h="585216" w="10663936">
                  <a:moveTo>
                    <a:pt x="0" y="0"/>
                  </a:moveTo>
                  <a:lnTo>
                    <a:pt x="10663936" y="0"/>
                  </a:lnTo>
                  <a:lnTo>
                    <a:pt x="106639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6393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7"/>
                </a:lnSpc>
              </a:pPr>
              <a:r>
                <a:rPr lang="en-US" b="true" sz="1773" spc="322">
                  <a:solidFill>
                    <a:srgbClr val="E841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funcionales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9795" y="3657600"/>
            <a:ext cx="7802880" cy="682752"/>
            <a:chOff x="0" y="0"/>
            <a:chExt cx="10403840" cy="910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03840" cy="910336"/>
            </a:xfrm>
            <a:custGeom>
              <a:avLst/>
              <a:gdLst/>
              <a:ahLst/>
              <a:cxnLst/>
              <a:rect r="r" b="b" t="t" l="l"/>
              <a:pathLst>
                <a:path h="910336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910336"/>
                  </a:lnTo>
                  <a:lnTo>
                    <a:pt x="0" y="910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03840" cy="948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8"/>
                </a:lnSpc>
              </a:pPr>
              <a:r>
                <a:rPr lang="en-US" sz="1806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 las funciones visibles: qué puede hacer el usuario, qué datos ingresa y qué resultado espera obtener.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9795" y="4437888"/>
            <a:ext cx="7802880" cy="438912"/>
            <a:chOff x="0" y="0"/>
            <a:chExt cx="1040384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03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40384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8592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no está escrito aquí, no existe.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51290" y="5219700"/>
            <a:ext cx="2025767" cy="325660"/>
            <a:chOff x="0" y="0"/>
            <a:chExt cx="2701023" cy="4342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459" y="9017"/>
              <a:ext cx="2684081" cy="416179"/>
            </a:xfrm>
            <a:custGeom>
              <a:avLst/>
              <a:gdLst/>
              <a:ahLst/>
              <a:cxnLst/>
              <a:rect r="r" b="b" t="t" l="l"/>
              <a:pathLst>
                <a:path h="416179" w="2684081">
                  <a:moveTo>
                    <a:pt x="0" y="208153"/>
                  </a:moveTo>
                  <a:cubicBezTo>
                    <a:pt x="0" y="93218"/>
                    <a:pt x="90669" y="0"/>
                    <a:pt x="202426" y="0"/>
                  </a:cubicBezTo>
                  <a:lnTo>
                    <a:pt x="2481655" y="0"/>
                  </a:lnTo>
                  <a:cubicBezTo>
                    <a:pt x="2593413" y="0"/>
                    <a:pt x="2684081" y="93218"/>
                    <a:pt x="2684081" y="208026"/>
                  </a:cubicBezTo>
                  <a:cubicBezTo>
                    <a:pt x="2684081" y="322834"/>
                    <a:pt x="2593532" y="416179"/>
                    <a:pt x="2481655" y="416179"/>
                  </a:cubicBezTo>
                  <a:lnTo>
                    <a:pt x="202426" y="416179"/>
                  </a:lnTo>
                  <a:cubicBezTo>
                    <a:pt x="90669" y="416179"/>
                    <a:pt x="0" y="322961"/>
                    <a:pt x="0" y="208153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00999" cy="434340"/>
            </a:xfrm>
            <a:custGeom>
              <a:avLst/>
              <a:gdLst/>
              <a:ahLst/>
              <a:cxnLst/>
              <a:rect r="r" b="b" t="t" l="l"/>
              <a:pathLst>
                <a:path h="434340" w="2700999">
                  <a:moveTo>
                    <a:pt x="0" y="217170"/>
                  </a:moveTo>
                  <a:cubicBezTo>
                    <a:pt x="0" y="96901"/>
                    <a:pt x="94720" y="0"/>
                    <a:pt x="210885" y="0"/>
                  </a:cubicBezTo>
                  <a:lnTo>
                    <a:pt x="2490114" y="0"/>
                  </a:lnTo>
                  <a:lnTo>
                    <a:pt x="2490114" y="9017"/>
                  </a:lnTo>
                  <a:lnTo>
                    <a:pt x="2490114" y="0"/>
                  </a:lnTo>
                  <a:cubicBezTo>
                    <a:pt x="2606280" y="0"/>
                    <a:pt x="2700999" y="96901"/>
                    <a:pt x="2700999" y="217170"/>
                  </a:cubicBezTo>
                  <a:lnTo>
                    <a:pt x="2692540" y="217170"/>
                  </a:lnTo>
                  <a:lnTo>
                    <a:pt x="2700999" y="217170"/>
                  </a:lnTo>
                  <a:lnTo>
                    <a:pt x="2692540" y="217170"/>
                  </a:lnTo>
                  <a:lnTo>
                    <a:pt x="2700999" y="217170"/>
                  </a:lnTo>
                  <a:cubicBezTo>
                    <a:pt x="2700999" y="337439"/>
                    <a:pt x="2606280" y="434340"/>
                    <a:pt x="2490114" y="434340"/>
                  </a:cubicBezTo>
                  <a:lnTo>
                    <a:pt x="2490114" y="425323"/>
                  </a:lnTo>
                  <a:lnTo>
                    <a:pt x="2490114" y="434340"/>
                  </a:lnTo>
                  <a:lnTo>
                    <a:pt x="210885" y="434340"/>
                  </a:lnTo>
                  <a:lnTo>
                    <a:pt x="210885" y="425323"/>
                  </a:lnTo>
                  <a:lnTo>
                    <a:pt x="210885" y="434340"/>
                  </a:lnTo>
                  <a:cubicBezTo>
                    <a:pt x="94720" y="434213"/>
                    <a:pt x="0" y="337312"/>
                    <a:pt x="0" y="217170"/>
                  </a:cubicBezTo>
                  <a:lnTo>
                    <a:pt x="8459" y="217170"/>
                  </a:lnTo>
                  <a:lnTo>
                    <a:pt x="0" y="217170"/>
                  </a:lnTo>
                  <a:moveTo>
                    <a:pt x="16918" y="217170"/>
                  </a:moveTo>
                  <a:lnTo>
                    <a:pt x="8459" y="217170"/>
                  </a:lnTo>
                  <a:lnTo>
                    <a:pt x="16918" y="217170"/>
                  </a:lnTo>
                  <a:cubicBezTo>
                    <a:pt x="16918" y="326771"/>
                    <a:pt x="103417" y="416179"/>
                    <a:pt x="210885" y="416179"/>
                  </a:cubicBezTo>
                  <a:lnTo>
                    <a:pt x="2490114" y="416179"/>
                  </a:lnTo>
                  <a:cubicBezTo>
                    <a:pt x="2597463" y="416179"/>
                    <a:pt x="2684081" y="326771"/>
                    <a:pt x="2684081" y="217170"/>
                  </a:cubicBezTo>
                  <a:cubicBezTo>
                    <a:pt x="2684081" y="107569"/>
                    <a:pt x="2597582" y="18034"/>
                    <a:pt x="2490114" y="18034"/>
                  </a:cubicBezTo>
                  <a:lnTo>
                    <a:pt x="210885" y="18034"/>
                  </a:lnTo>
                  <a:lnTo>
                    <a:pt x="210885" y="9017"/>
                  </a:lnTo>
                  <a:lnTo>
                    <a:pt x="210885" y="18034"/>
                  </a:lnTo>
                  <a:cubicBezTo>
                    <a:pt x="103536" y="18034"/>
                    <a:pt x="16918" y="107442"/>
                    <a:pt x="16918" y="21717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6040" y="5234373"/>
            <a:ext cx="2145792" cy="368578"/>
            <a:chOff x="0" y="0"/>
            <a:chExt cx="2861056" cy="4914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61056" cy="491438"/>
            </a:xfrm>
            <a:custGeom>
              <a:avLst/>
              <a:gdLst/>
              <a:ahLst/>
              <a:cxnLst/>
              <a:rect r="r" b="b" t="t" l="l"/>
              <a:pathLst>
                <a:path h="491438" w="2861056">
                  <a:moveTo>
                    <a:pt x="0" y="0"/>
                  </a:moveTo>
                  <a:lnTo>
                    <a:pt x="2861056" y="0"/>
                  </a:lnTo>
                  <a:lnTo>
                    <a:pt x="2861056" y="491438"/>
                  </a:lnTo>
                  <a:lnTo>
                    <a:pt x="0" y="491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097" r="0" b="-5577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861056" cy="529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7"/>
                </a:lnSpc>
              </a:pPr>
              <a:r>
                <a:rPr lang="en-US" sz="187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 de uso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67871" y="5219700"/>
            <a:ext cx="2061801" cy="325660"/>
            <a:chOff x="0" y="0"/>
            <a:chExt cx="2749067" cy="4342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017" y="9017"/>
              <a:ext cx="2731008" cy="416052"/>
            </a:xfrm>
            <a:custGeom>
              <a:avLst/>
              <a:gdLst/>
              <a:ahLst/>
              <a:cxnLst/>
              <a:rect r="r" b="b" t="t" l="l"/>
              <a:pathLst>
                <a:path h="416052" w="2731008">
                  <a:moveTo>
                    <a:pt x="0" y="208153"/>
                  </a:moveTo>
                  <a:cubicBezTo>
                    <a:pt x="0" y="93218"/>
                    <a:pt x="96520" y="0"/>
                    <a:pt x="215646" y="0"/>
                  </a:cubicBezTo>
                  <a:lnTo>
                    <a:pt x="2515362" y="0"/>
                  </a:lnTo>
                  <a:cubicBezTo>
                    <a:pt x="2634488" y="0"/>
                    <a:pt x="2731008" y="93218"/>
                    <a:pt x="2731008" y="208026"/>
                  </a:cubicBezTo>
                  <a:cubicBezTo>
                    <a:pt x="2731008" y="322834"/>
                    <a:pt x="2634488" y="416052"/>
                    <a:pt x="2515362" y="416052"/>
                  </a:cubicBezTo>
                  <a:lnTo>
                    <a:pt x="215646" y="416052"/>
                  </a:lnTo>
                  <a:cubicBezTo>
                    <a:pt x="96520" y="416179"/>
                    <a:pt x="0" y="322961"/>
                    <a:pt x="0" y="208153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9042" cy="434340"/>
            </a:xfrm>
            <a:custGeom>
              <a:avLst/>
              <a:gdLst/>
              <a:ahLst/>
              <a:cxnLst/>
              <a:rect r="r" b="b" t="t" l="l"/>
              <a:pathLst>
                <a:path h="434340" w="2749042">
                  <a:moveTo>
                    <a:pt x="0" y="217170"/>
                  </a:moveTo>
                  <a:cubicBezTo>
                    <a:pt x="0" y="96901"/>
                    <a:pt x="100965" y="0"/>
                    <a:pt x="224663" y="0"/>
                  </a:cubicBezTo>
                  <a:lnTo>
                    <a:pt x="2524379" y="0"/>
                  </a:lnTo>
                  <a:lnTo>
                    <a:pt x="2524379" y="9017"/>
                  </a:lnTo>
                  <a:lnTo>
                    <a:pt x="2524379" y="0"/>
                  </a:lnTo>
                  <a:cubicBezTo>
                    <a:pt x="2648204" y="0"/>
                    <a:pt x="2749042" y="96901"/>
                    <a:pt x="2749042" y="217170"/>
                  </a:cubicBezTo>
                  <a:lnTo>
                    <a:pt x="2740025" y="217170"/>
                  </a:lnTo>
                  <a:lnTo>
                    <a:pt x="2749042" y="217170"/>
                  </a:lnTo>
                  <a:lnTo>
                    <a:pt x="2740025" y="217170"/>
                  </a:lnTo>
                  <a:lnTo>
                    <a:pt x="2749042" y="217170"/>
                  </a:lnTo>
                  <a:cubicBezTo>
                    <a:pt x="2749042" y="337439"/>
                    <a:pt x="2648077" y="434340"/>
                    <a:pt x="2524379" y="434340"/>
                  </a:cubicBezTo>
                  <a:lnTo>
                    <a:pt x="2524379" y="425323"/>
                  </a:lnTo>
                  <a:lnTo>
                    <a:pt x="2524379" y="434340"/>
                  </a:lnTo>
                  <a:lnTo>
                    <a:pt x="224663" y="434340"/>
                  </a:lnTo>
                  <a:lnTo>
                    <a:pt x="224663" y="425323"/>
                  </a:lnTo>
                  <a:lnTo>
                    <a:pt x="224663" y="434340"/>
                  </a:lnTo>
                  <a:cubicBezTo>
                    <a:pt x="100965" y="434213"/>
                    <a:pt x="0" y="337312"/>
                    <a:pt x="0" y="217170"/>
                  </a:cubicBezTo>
                  <a:lnTo>
                    <a:pt x="9017" y="217170"/>
                  </a:lnTo>
                  <a:lnTo>
                    <a:pt x="0" y="217170"/>
                  </a:lnTo>
                  <a:moveTo>
                    <a:pt x="18034" y="217170"/>
                  </a:moveTo>
                  <a:lnTo>
                    <a:pt x="9017" y="217170"/>
                  </a:lnTo>
                  <a:lnTo>
                    <a:pt x="18034" y="217170"/>
                  </a:lnTo>
                  <a:cubicBezTo>
                    <a:pt x="18034" y="326771"/>
                    <a:pt x="110236" y="416179"/>
                    <a:pt x="224663" y="416179"/>
                  </a:cubicBezTo>
                  <a:lnTo>
                    <a:pt x="2524379" y="416179"/>
                  </a:lnTo>
                  <a:cubicBezTo>
                    <a:pt x="2638806" y="416179"/>
                    <a:pt x="2731008" y="326771"/>
                    <a:pt x="2731008" y="217170"/>
                  </a:cubicBezTo>
                  <a:cubicBezTo>
                    <a:pt x="2731008" y="107569"/>
                    <a:pt x="2638806" y="18034"/>
                    <a:pt x="2524379" y="18034"/>
                  </a:cubicBezTo>
                  <a:lnTo>
                    <a:pt x="224663" y="18034"/>
                  </a:lnTo>
                  <a:lnTo>
                    <a:pt x="224663" y="9017"/>
                  </a:lnTo>
                  <a:lnTo>
                    <a:pt x="224663" y="18034"/>
                  </a:lnTo>
                  <a:cubicBezTo>
                    <a:pt x="110236" y="18034"/>
                    <a:pt x="18034" y="107442"/>
                    <a:pt x="18034" y="21717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77107" y="5234702"/>
            <a:ext cx="2048256" cy="368578"/>
            <a:chOff x="0" y="0"/>
            <a:chExt cx="2731008" cy="4914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31008" cy="491438"/>
            </a:xfrm>
            <a:custGeom>
              <a:avLst/>
              <a:gdLst/>
              <a:ahLst/>
              <a:cxnLst/>
              <a:rect r="r" b="b" t="t" l="l"/>
              <a:pathLst>
                <a:path h="491438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491438"/>
                  </a:lnTo>
                  <a:lnTo>
                    <a:pt x="0" y="491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41" r="0" b="-506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731008" cy="529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47"/>
                </a:lnSpc>
              </a:pPr>
              <a:r>
                <a:rPr lang="en-US" sz="187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Flujos de usuario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120086" y="5219700"/>
            <a:ext cx="1866729" cy="325660"/>
            <a:chOff x="0" y="0"/>
            <a:chExt cx="2488971" cy="43421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017" y="9017"/>
              <a:ext cx="2470912" cy="416052"/>
            </a:xfrm>
            <a:custGeom>
              <a:avLst/>
              <a:gdLst/>
              <a:ahLst/>
              <a:cxnLst/>
              <a:rect r="r" b="b" t="t" l="l"/>
              <a:pathLst>
                <a:path h="416052" w="2470912">
                  <a:moveTo>
                    <a:pt x="0" y="208153"/>
                  </a:moveTo>
                  <a:cubicBezTo>
                    <a:pt x="0" y="93218"/>
                    <a:pt x="96520" y="0"/>
                    <a:pt x="215519" y="0"/>
                  </a:cubicBezTo>
                  <a:lnTo>
                    <a:pt x="2255393" y="0"/>
                  </a:lnTo>
                  <a:cubicBezTo>
                    <a:pt x="2374392" y="0"/>
                    <a:pt x="2470912" y="93218"/>
                    <a:pt x="2470912" y="208026"/>
                  </a:cubicBezTo>
                  <a:cubicBezTo>
                    <a:pt x="2470912" y="322834"/>
                    <a:pt x="2374392" y="416052"/>
                    <a:pt x="2255393" y="416052"/>
                  </a:cubicBezTo>
                  <a:lnTo>
                    <a:pt x="215519" y="416052"/>
                  </a:lnTo>
                  <a:cubicBezTo>
                    <a:pt x="96520" y="416179"/>
                    <a:pt x="0" y="322961"/>
                    <a:pt x="0" y="208153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88946" cy="434340"/>
            </a:xfrm>
            <a:custGeom>
              <a:avLst/>
              <a:gdLst/>
              <a:ahLst/>
              <a:cxnLst/>
              <a:rect r="r" b="b" t="t" l="l"/>
              <a:pathLst>
                <a:path h="434340" w="2488946">
                  <a:moveTo>
                    <a:pt x="0" y="217170"/>
                  </a:moveTo>
                  <a:cubicBezTo>
                    <a:pt x="0" y="96901"/>
                    <a:pt x="100838" y="0"/>
                    <a:pt x="224536" y="0"/>
                  </a:cubicBezTo>
                  <a:lnTo>
                    <a:pt x="2264410" y="0"/>
                  </a:lnTo>
                  <a:lnTo>
                    <a:pt x="2264410" y="9017"/>
                  </a:lnTo>
                  <a:lnTo>
                    <a:pt x="2264410" y="0"/>
                  </a:lnTo>
                  <a:cubicBezTo>
                    <a:pt x="2388108" y="0"/>
                    <a:pt x="2488946" y="96901"/>
                    <a:pt x="2488946" y="217170"/>
                  </a:cubicBezTo>
                  <a:lnTo>
                    <a:pt x="2479929" y="217170"/>
                  </a:lnTo>
                  <a:lnTo>
                    <a:pt x="2488946" y="217170"/>
                  </a:lnTo>
                  <a:lnTo>
                    <a:pt x="2479929" y="217170"/>
                  </a:lnTo>
                  <a:lnTo>
                    <a:pt x="2488946" y="217170"/>
                  </a:lnTo>
                  <a:cubicBezTo>
                    <a:pt x="2488946" y="337312"/>
                    <a:pt x="2388108" y="434340"/>
                    <a:pt x="2264410" y="434340"/>
                  </a:cubicBezTo>
                  <a:lnTo>
                    <a:pt x="2264410" y="425323"/>
                  </a:lnTo>
                  <a:lnTo>
                    <a:pt x="2264410" y="434340"/>
                  </a:lnTo>
                  <a:lnTo>
                    <a:pt x="224536" y="434340"/>
                  </a:lnTo>
                  <a:lnTo>
                    <a:pt x="224536" y="425323"/>
                  </a:lnTo>
                  <a:lnTo>
                    <a:pt x="224536" y="434340"/>
                  </a:lnTo>
                  <a:cubicBezTo>
                    <a:pt x="100838" y="434213"/>
                    <a:pt x="0" y="337312"/>
                    <a:pt x="0" y="217170"/>
                  </a:cubicBezTo>
                  <a:lnTo>
                    <a:pt x="9017" y="217170"/>
                  </a:lnTo>
                  <a:lnTo>
                    <a:pt x="0" y="217170"/>
                  </a:lnTo>
                  <a:moveTo>
                    <a:pt x="18034" y="217170"/>
                  </a:moveTo>
                  <a:lnTo>
                    <a:pt x="9017" y="217170"/>
                  </a:lnTo>
                  <a:lnTo>
                    <a:pt x="18034" y="217170"/>
                  </a:lnTo>
                  <a:cubicBezTo>
                    <a:pt x="18034" y="326771"/>
                    <a:pt x="110236" y="416179"/>
                    <a:pt x="224536" y="416179"/>
                  </a:cubicBezTo>
                  <a:lnTo>
                    <a:pt x="2264410" y="416179"/>
                  </a:lnTo>
                  <a:cubicBezTo>
                    <a:pt x="2378710" y="416179"/>
                    <a:pt x="2470912" y="326771"/>
                    <a:pt x="2470912" y="217170"/>
                  </a:cubicBezTo>
                  <a:cubicBezTo>
                    <a:pt x="2470912" y="107569"/>
                    <a:pt x="2378710" y="18034"/>
                    <a:pt x="2264410" y="18034"/>
                  </a:cubicBezTo>
                  <a:lnTo>
                    <a:pt x="224536" y="18034"/>
                  </a:lnTo>
                  <a:lnTo>
                    <a:pt x="224536" y="9017"/>
                  </a:lnTo>
                  <a:lnTo>
                    <a:pt x="224536" y="18034"/>
                  </a:lnTo>
                  <a:cubicBezTo>
                    <a:pt x="110236" y="18034"/>
                    <a:pt x="18034" y="107442"/>
                    <a:pt x="18034" y="217043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126858" y="5234702"/>
            <a:ext cx="1853184" cy="368250"/>
            <a:chOff x="0" y="0"/>
            <a:chExt cx="2470912" cy="49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70912" cy="491000"/>
            </a:xfrm>
            <a:custGeom>
              <a:avLst/>
              <a:gdLst/>
              <a:ahLst/>
              <a:cxnLst/>
              <a:rect r="r" b="b" t="t" l="l"/>
              <a:pathLst>
                <a:path h="491000" w="2470912">
                  <a:moveTo>
                    <a:pt x="0" y="0"/>
                  </a:moveTo>
                  <a:lnTo>
                    <a:pt x="2470912" y="0"/>
                  </a:lnTo>
                  <a:lnTo>
                    <a:pt x="2470912" y="491000"/>
                  </a:lnTo>
                  <a:lnTo>
                    <a:pt x="0" y="49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78" r="0" b="-4043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470912" cy="52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39"/>
                </a:lnSpc>
              </a:pPr>
              <a:r>
                <a:rPr lang="en-US" sz="186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Reglas de negocio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9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32249" y="-6772"/>
            <a:ext cx="228124" cy="7328745"/>
            <a:chOff x="0" y="0"/>
            <a:chExt cx="304165" cy="9771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017" y="9017"/>
              <a:ext cx="28613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86131">
                  <a:moveTo>
                    <a:pt x="0" y="0"/>
                  </a:moveTo>
                  <a:lnTo>
                    <a:pt x="286131" y="0"/>
                  </a:lnTo>
                  <a:lnTo>
                    <a:pt x="28613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65" cy="9771634"/>
            </a:xfrm>
            <a:custGeom>
              <a:avLst/>
              <a:gdLst/>
              <a:ahLst/>
              <a:cxnLst/>
              <a:rect r="r" b="b" t="t" l="l"/>
              <a:pathLst>
                <a:path h="9771634" w="304165">
                  <a:moveTo>
                    <a:pt x="9017" y="0"/>
                  </a:moveTo>
                  <a:lnTo>
                    <a:pt x="295148" y="0"/>
                  </a:lnTo>
                  <a:cubicBezTo>
                    <a:pt x="300101" y="0"/>
                    <a:pt x="304165" y="4064"/>
                    <a:pt x="304165" y="9017"/>
                  </a:cubicBezTo>
                  <a:lnTo>
                    <a:pt x="304165" y="9762617"/>
                  </a:lnTo>
                  <a:cubicBezTo>
                    <a:pt x="304165" y="9767570"/>
                    <a:pt x="300101" y="9771634"/>
                    <a:pt x="295148" y="9771634"/>
                  </a:cubicBezTo>
                  <a:lnTo>
                    <a:pt x="9017" y="9771634"/>
                  </a:lnTo>
                  <a:cubicBezTo>
                    <a:pt x="4064" y="9771634"/>
                    <a:pt x="0" y="9767570"/>
                    <a:pt x="0" y="976261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9762617"/>
                  </a:lnTo>
                  <a:lnTo>
                    <a:pt x="9017" y="9762617"/>
                  </a:lnTo>
                  <a:lnTo>
                    <a:pt x="9017" y="9753600"/>
                  </a:lnTo>
                  <a:lnTo>
                    <a:pt x="295148" y="9753600"/>
                  </a:lnTo>
                  <a:lnTo>
                    <a:pt x="295148" y="9762617"/>
                  </a:lnTo>
                  <a:lnTo>
                    <a:pt x="286131" y="9762617"/>
                  </a:lnTo>
                  <a:lnTo>
                    <a:pt x="286131" y="9017"/>
                  </a:lnTo>
                  <a:lnTo>
                    <a:pt x="295148" y="9017"/>
                  </a:lnTo>
                  <a:lnTo>
                    <a:pt x="295148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0908" y="383372"/>
            <a:ext cx="891369" cy="891369"/>
            <a:chOff x="0" y="0"/>
            <a:chExt cx="1188491" cy="1188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017" y="9017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8466" cy="1188466"/>
            </a:xfrm>
            <a:custGeom>
              <a:avLst/>
              <a:gdLst/>
              <a:ahLst/>
              <a:cxnLst/>
              <a:rect r="r" b="b" t="t" l="l"/>
              <a:pathLst>
                <a:path h="1188466" w="1188466">
                  <a:moveTo>
                    <a:pt x="0" y="594233"/>
                  </a:moveTo>
                  <a:cubicBezTo>
                    <a:pt x="0" y="266065"/>
                    <a:pt x="266065" y="0"/>
                    <a:pt x="594233" y="0"/>
                  </a:cubicBezTo>
                  <a:lnTo>
                    <a:pt x="594233" y="9017"/>
                  </a:lnTo>
                  <a:lnTo>
                    <a:pt x="594233" y="0"/>
                  </a:lnTo>
                  <a:cubicBezTo>
                    <a:pt x="922401" y="0"/>
                    <a:pt x="1188466" y="266065"/>
                    <a:pt x="1188466" y="594233"/>
                  </a:cubicBezTo>
                  <a:lnTo>
                    <a:pt x="1179449" y="594233"/>
                  </a:lnTo>
                  <a:lnTo>
                    <a:pt x="1188466" y="594233"/>
                  </a:lnTo>
                  <a:cubicBezTo>
                    <a:pt x="1188466" y="922401"/>
                    <a:pt x="922401" y="1188466"/>
                    <a:pt x="594233" y="1188466"/>
                  </a:cubicBezTo>
                  <a:lnTo>
                    <a:pt x="594233" y="1179449"/>
                  </a:lnTo>
                  <a:lnTo>
                    <a:pt x="594233" y="1188466"/>
                  </a:lnTo>
                  <a:cubicBezTo>
                    <a:pt x="266065" y="1188466"/>
                    <a:pt x="0" y="922401"/>
                    <a:pt x="0" y="594233"/>
                  </a:cubicBezTo>
                  <a:lnTo>
                    <a:pt x="9017" y="594233"/>
                  </a:lnTo>
                  <a:lnTo>
                    <a:pt x="18034" y="594233"/>
                  </a:lnTo>
                  <a:lnTo>
                    <a:pt x="9017" y="594233"/>
                  </a:lnTo>
                  <a:lnTo>
                    <a:pt x="0" y="594233"/>
                  </a:lnTo>
                  <a:moveTo>
                    <a:pt x="18034" y="594233"/>
                  </a:moveTo>
                  <a:cubicBezTo>
                    <a:pt x="18034" y="599186"/>
                    <a:pt x="13970" y="603250"/>
                    <a:pt x="9017" y="603250"/>
                  </a:cubicBezTo>
                  <a:cubicBezTo>
                    <a:pt x="4064" y="603250"/>
                    <a:pt x="0" y="599186"/>
                    <a:pt x="0" y="594233"/>
                  </a:cubicBezTo>
                  <a:cubicBezTo>
                    <a:pt x="0" y="589280"/>
                    <a:pt x="4064" y="585216"/>
                    <a:pt x="9017" y="585216"/>
                  </a:cubicBezTo>
                  <a:cubicBezTo>
                    <a:pt x="13970" y="585216"/>
                    <a:pt x="18034" y="589280"/>
                    <a:pt x="18034" y="594233"/>
                  </a:cubicBezTo>
                  <a:cubicBezTo>
                    <a:pt x="18034" y="912495"/>
                    <a:pt x="275971" y="1170432"/>
                    <a:pt x="594233" y="1170432"/>
                  </a:cubicBezTo>
                  <a:cubicBezTo>
                    <a:pt x="912495" y="1170432"/>
                    <a:pt x="1170432" y="912495"/>
                    <a:pt x="1170432" y="594233"/>
                  </a:cubicBezTo>
                  <a:cubicBezTo>
                    <a:pt x="1170432" y="275971"/>
                    <a:pt x="912495" y="18034"/>
                    <a:pt x="594233" y="18034"/>
                  </a:cubicBezTo>
                  <a:lnTo>
                    <a:pt x="594233" y="9017"/>
                  </a:lnTo>
                  <a:lnTo>
                    <a:pt x="594233" y="18034"/>
                  </a:lnTo>
                  <a:cubicBezTo>
                    <a:pt x="275971" y="18034"/>
                    <a:pt x="18034" y="275971"/>
                    <a:pt x="18034" y="594233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7680" y="390144"/>
            <a:ext cx="877824" cy="877824"/>
            <a:chOff x="0" y="0"/>
            <a:chExt cx="1170432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34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7680" y="1463040"/>
            <a:ext cx="8778240" cy="1560576"/>
            <a:chOff x="0" y="0"/>
            <a:chExt cx="11704320" cy="2080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0" cy="2080768"/>
            </a:xfrm>
            <a:custGeom>
              <a:avLst/>
              <a:gdLst/>
              <a:ahLst/>
              <a:cxnLst/>
              <a:rect r="r" b="b" t="t" l="l"/>
              <a:pathLst>
                <a:path h="208076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080768"/>
                  </a:lnTo>
                  <a:lnTo>
                    <a:pt x="0" y="2080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11704320" cy="20331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FFFFFF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¿Cómo se</a:t>
              </a:r>
            </a:p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FFFFFF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comporta?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6753" y="3215297"/>
            <a:ext cx="2737780" cy="3127924"/>
            <a:chOff x="0" y="0"/>
            <a:chExt cx="3650374" cy="41705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572" y="4572"/>
              <a:ext cx="3641344" cy="4161536"/>
            </a:xfrm>
            <a:custGeom>
              <a:avLst/>
              <a:gdLst/>
              <a:ahLst/>
              <a:cxnLst/>
              <a:rect r="r" b="b" t="t" l="l"/>
              <a:pathLst>
                <a:path h="4161536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4161536"/>
                  </a:lnTo>
                  <a:lnTo>
                    <a:pt x="0" y="4161536"/>
                  </a:lnTo>
                  <a:close/>
                </a:path>
              </a:pathLst>
            </a:custGeom>
            <a:solidFill>
              <a:srgbClr val="1620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0488" cy="4170680"/>
            </a:xfrm>
            <a:custGeom>
              <a:avLst/>
              <a:gdLst/>
              <a:ahLst/>
              <a:cxnLst/>
              <a:rect r="r" b="b" t="t" l="l"/>
              <a:pathLst>
                <a:path h="4170680" w="3650488">
                  <a:moveTo>
                    <a:pt x="4572" y="0"/>
                  </a:moveTo>
                  <a:lnTo>
                    <a:pt x="3645916" y="0"/>
                  </a:lnTo>
                  <a:cubicBezTo>
                    <a:pt x="3648456" y="0"/>
                    <a:pt x="3650488" y="2032"/>
                    <a:pt x="3650488" y="4572"/>
                  </a:cubicBezTo>
                  <a:lnTo>
                    <a:pt x="3650488" y="4166108"/>
                  </a:lnTo>
                  <a:cubicBezTo>
                    <a:pt x="3650488" y="4168648"/>
                    <a:pt x="3648456" y="4170680"/>
                    <a:pt x="3645916" y="4170680"/>
                  </a:cubicBezTo>
                  <a:lnTo>
                    <a:pt x="4572" y="4170680"/>
                  </a:lnTo>
                  <a:cubicBezTo>
                    <a:pt x="2032" y="4170680"/>
                    <a:pt x="0" y="4168648"/>
                    <a:pt x="0" y="4166108"/>
                  </a:cubicBezTo>
                  <a:lnTo>
                    <a:pt x="0" y="4572"/>
                  </a:lnTo>
                  <a:cubicBezTo>
                    <a:pt x="0" y="2032"/>
                    <a:pt x="2032" y="0"/>
                    <a:pt x="4572" y="0"/>
                  </a:cubicBezTo>
                  <a:moveTo>
                    <a:pt x="4572" y="9017"/>
                  </a:moveTo>
                  <a:lnTo>
                    <a:pt x="4572" y="4572"/>
                  </a:lnTo>
                  <a:lnTo>
                    <a:pt x="9017" y="4572"/>
                  </a:lnTo>
                  <a:lnTo>
                    <a:pt x="9017" y="4166108"/>
                  </a:lnTo>
                  <a:lnTo>
                    <a:pt x="4572" y="4166108"/>
                  </a:lnTo>
                  <a:lnTo>
                    <a:pt x="4572" y="4161536"/>
                  </a:lnTo>
                  <a:lnTo>
                    <a:pt x="3645916" y="4161536"/>
                  </a:lnTo>
                  <a:lnTo>
                    <a:pt x="3645916" y="4166108"/>
                  </a:lnTo>
                  <a:lnTo>
                    <a:pt x="3641344" y="4166108"/>
                  </a:lnTo>
                  <a:lnTo>
                    <a:pt x="3641344" y="4572"/>
                  </a:lnTo>
                  <a:lnTo>
                    <a:pt x="3645916" y="4572"/>
                  </a:lnTo>
                  <a:lnTo>
                    <a:pt x="3645916" y="9017"/>
                  </a:lnTo>
                  <a:lnTo>
                    <a:pt x="4572" y="9017"/>
                  </a:ln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83372" y="3211916"/>
            <a:ext cx="2744553" cy="91573"/>
            <a:chOff x="0" y="0"/>
            <a:chExt cx="3659403" cy="1220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017" y="9017"/>
              <a:ext cx="3641344" cy="104013"/>
            </a:xfrm>
            <a:custGeom>
              <a:avLst/>
              <a:gdLst/>
              <a:ahLst/>
              <a:cxnLst/>
              <a:rect r="r" b="b" t="t" l="l"/>
              <a:pathLst>
                <a:path h="104013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104013"/>
                  </a:lnTo>
                  <a:lnTo>
                    <a:pt x="0" y="104013"/>
                  </a:ln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9378" cy="122047"/>
            </a:xfrm>
            <a:custGeom>
              <a:avLst/>
              <a:gdLst/>
              <a:ahLst/>
              <a:cxnLst/>
              <a:rect r="r" b="b" t="t" l="l"/>
              <a:pathLst>
                <a:path h="122047" w="3659378">
                  <a:moveTo>
                    <a:pt x="9017" y="0"/>
                  </a:moveTo>
                  <a:lnTo>
                    <a:pt x="3650361" y="0"/>
                  </a:lnTo>
                  <a:cubicBezTo>
                    <a:pt x="3655314" y="0"/>
                    <a:pt x="3659378" y="4064"/>
                    <a:pt x="3659378" y="9017"/>
                  </a:cubicBezTo>
                  <a:lnTo>
                    <a:pt x="3659378" y="113030"/>
                  </a:lnTo>
                  <a:cubicBezTo>
                    <a:pt x="3659378" y="117983"/>
                    <a:pt x="3655314" y="122047"/>
                    <a:pt x="3650361" y="122047"/>
                  </a:cubicBezTo>
                  <a:lnTo>
                    <a:pt x="9017" y="122047"/>
                  </a:lnTo>
                  <a:cubicBezTo>
                    <a:pt x="4064" y="122047"/>
                    <a:pt x="0" y="118110"/>
                    <a:pt x="0" y="11303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13030"/>
                  </a:lnTo>
                  <a:lnTo>
                    <a:pt x="9017" y="113030"/>
                  </a:lnTo>
                  <a:lnTo>
                    <a:pt x="9017" y="104013"/>
                  </a:lnTo>
                  <a:lnTo>
                    <a:pt x="3650361" y="104013"/>
                  </a:lnTo>
                  <a:lnTo>
                    <a:pt x="3650361" y="113030"/>
                  </a:lnTo>
                  <a:lnTo>
                    <a:pt x="3641344" y="113030"/>
                  </a:lnTo>
                  <a:lnTo>
                    <a:pt x="3641344" y="9017"/>
                  </a:lnTo>
                  <a:lnTo>
                    <a:pt x="3650361" y="9017"/>
                  </a:lnTo>
                  <a:lnTo>
                    <a:pt x="3650361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6448" y="3413760"/>
            <a:ext cx="2438400" cy="487680"/>
            <a:chOff x="0" y="0"/>
            <a:chExt cx="3251200" cy="650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51200" cy="650240"/>
            </a:xfrm>
            <a:custGeom>
              <a:avLst/>
              <a:gdLst/>
              <a:ahLst/>
              <a:cxnLst/>
              <a:rect r="r" b="b" t="t" l="l"/>
              <a:pathLst>
                <a:path h="65024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251200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2013" b="true">
                  <a:solidFill>
                    <a:srgbClr val="F9C8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Velocidad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6448" y="3998976"/>
            <a:ext cx="2438400" cy="1950720"/>
            <a:chOff x="0" y="0"/>
            <a:chExt cx="3251200" cy="2600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51200" cy="2600960"/>
            </a:xfrm>
            <a:custGeom>
              <a:avLst/>
              <a:gdLst/>
              <a:ahLst/>
              <a:cxnLst/>
              <a:rect r="r" b="b" t="t" l="l"/>
              <a:pathLst>
                <a:path h="260096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2600960"/>
                  </a:lnTo>
                  <a:lnTo>
                    <a:pt x="0" y="260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251200" cy="2648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3"/>
                </a:lnSpc>
              </a:pPr>
              <a:r>
                <a:rPr lang="en-US" sz="2086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de respuesta y carga definidos con valores concretos.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10369" y="3215297"/>
            <a:ext cx="2737780" cy="3127924"/>
            <a:chOff x="0" y="0"/>
            <a:chExt cx="3650374" cy="41705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572" y="4572"/>
              <a:ext cx="3641344" cy="4161536"/>
            </a:xfrm>
            <a:custGeom>
              <a:avLst/>
              <a:gdLst/>
              <a:ahLst/>
              <a:cxnLst/>
              <a:rect r="r" b="b" t="t" l="l"/>
              <a:pathLst>
                <a:path h="4161536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4161536"/>
                  </a:lnTo>
                  <a:lnTo>
                    <a:pt x="0" y="4161536"/>
                  </a:lnTo>
                  <a:close/>
                </a:path>
              </a:pathLst>
            </a:custGeom>
            <a:solidFill>
              <a:srgbClr val="16205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0488" cy="4170680"/>
            </a:xfrm>
            <a:custGeom>
              <a:avLst/>
              <a:gdLst/>
              <a:ahLst/>
              <a:cxnLst/>
              <a:rect r="r" b="b" t="t" l="l"/>
              <a:pathLst>
                <a:path h="4170680" w="3650488">
                  <a:moveTo>
                    <a:pt x="4572" y="0"/>
                  </a:moveTo>
                  <a:lnTo>
                    <a:pt x="3645916" y="0"/>
                  </a:lnTo>
                  <a:cubicBezTo>
                    <a:pt x="3648456" y="0"/>
                    <a:pt x="3650488" y="2032"/>
                    <a:pt x="3650488" y="4572"/>
                  </a:cubicBezTo>
                  <a:lnTo>
                    <a:pt x="3650488" y="4166108"/>
                  </a:lnTo>
                  <a:cubicBezTo>
                    <a:pt x="3650488" y="4168648"/>
                    <a:pt x="3648456" y="4170680"/>
                    <a:pt x="3645916" y="4170680"/>
                  </a:cubicBezTo>
                  <a:lnTo>
                    <a:pt x="4572" y="4170680"/>
                  </a:lnTo>
                  <a:cubicBezTo>
                    <a:pt x="2032" y="4170680"/>
                    <a:pt x="0" y="4168648"/>
                    <a:pt x="0" y="4166108"/>
                  </a:cubicBezTo>
                  <a:lnTo>
                    <a:pt x="0" y="4572"/>
                  </a:lnTo>
                  <a:cubicBezTo>
                    <a:pt x="0" y="2032"/>
                    <a:pt x="2032" y="0"/>
                    <a:pt x="4572" y="0"/>
                  </a:cubicBezTo>
                  <a:moveTo>
                    <a:pt x="4572" y="9017"/>
                  </a:moveTo>
                  <a:lnTo>
                    <a:pt x="4572" y="4572"/>
                  </a:lnTo>
                  <a:lnTo>
                    <a:pt x="9017" y="4572"/>
                  </a:lnTo>
                  <a:lnTo>
                    <a:pt x="9017" y="4166108"/>
                  </a:lnTo>
                  <a:lnTo>
                    <a:pt x="4572" y="4166108"/>
                  </a:lnTo>
                  <a:lnTo>
                    <a:pt x="4572" y="4161536"/>
                  </a:lnTo>
                  <a:lnTo>
                    <a:pt x="3645916" y="4161536"/>
                  </a:lnTo>
                  <a:lnTo>
                    <a:pt x="3645916" y="4166108"/>
                  </a:lnTo>
                  <a:lnTo>
                    <a:pt x="3641344" y="4166108"/>
                  </a:lnTo>
                  <a:lnTo>
                    <a:pt x="3641344" y="4572"/>
                  </a:lnTo>
                  <a:lnTo>
                    <a:pt x="3645916" y="4572"/>
                  </a:lnTo>
                  <a:lnTo>
                    <a:pt x="3645916" y="9017"/>
                  </a:lnTo>
                  <a:lnTo>
                    <a:pt x="4572" y="9017"/>
                  </a:ln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06988" y="3211916"/>
            <a:ext cx="2744553" cy="91573"/>
            <a:chOff x="0" y="0"/>
            <a:chExt cx="3659403" cy="1220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017" y="9017"/>
              <a:ext cx="3641344" cy="104013"/>
            </a:xfrm>
            <a:custGeom>
              <a:avLst/>
              <a:gdLst/>
              <a:ahLst/>
              <a:cxnLst/>
              <a:rect r="r" b="b" t="t" l="l"/>
              <a:pathLst>
                <a:path h="104013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104013"/>
                  </a:lnTo>
                  <a:lnTo>
                    <a:pt x="0" y="104013"/>
                  </a:ln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9378" cy="122047"/>
            </a:xfrm>
            <a:custGeom>
              <a:avLst/>
              <a:gdLst/>
              <a:ahLst/>
              <a:cxnLst/>
              <a:rect r="r" b="b" t="t" l="l"/>
              <a:pathLst>
                <a:path h="122047" w="3659378">
                  <a:moveTo>
                    <a:pt x="9017" y="0"/>
                  </a:moveTo>
                  <a:lnTo>
                    <a:pt x="3650361" y="0"/>
                  </a:lnTo>
                  <a:cubicBezTo>
                    <a:pt x="3655314" y="0"/>
                    <a:pt x="3659378" y="4064"/>
                    <a:pt x="3659378" y="9017"/>
                  </a:cubicBezTo>
                  <a:lnTo>
                    <a:pt x="3659378" y="113030"/>
                  </a:lnTo>
                  <a:cubicBezTo>
                    <a:pt x="3659378" y="117983"/>
                    <a:pt x="3655314" y="122047"/>
                    <a:pt x="3650361" y="122047"/>
                  </a:cubicBezTo>
                  <a:lnTo>
                    <a:pt x="9017" y="122047"/>
                  </a:lnTo>
                  <a:cubicBezTo>
                    <a:pt x="4064" y="122047"/>
                    <a:pt x="0" y="118110"/>
                    <a:pt x="0" y="11303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13030"/>
                  </a:lnTo>
                  <a:lnTo>
                    <a:pt x="9017" y="113030"/>
                  </a:lnTo>
                  <a:lnTo>
                    <a:pt x="9017" y="104013"/>
                  </a:lnTo>
                  <a:lnTo>
                    <a:pt x="3650361" y="104013"/>
                  </a:lnTo>
                  <a:lnTo>
                    <a:pt x="3650361" y="113030"/>
                  </a:lnTo>
                  <a:lnTo>
                    <a:pt x="3641344" y="113030"/>
                  </a:lnTo>
                  <a:lnTo>
                    <a:pt x="3641344" y="9017"/>
                  </a:lnTo>
                  <a:lnTo>
                    <a:pt x="3650361" y="9017"/>
                  </a:lnTo>
                  <a:lnTo>
                    <a:pt x="3650361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560064" y="3413760"/>
            <a:ext cx="2438400" cy="487680"/>
            <a:chOff x="0" y="0"/>
            <a:chExt cx="3251200" cy="65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51200" cy="650240"/>
            </a:xfrm>
            <a:custGeom>
              <a:avLst/>
              <a:gdLst/>
              <a:ahLst/>
              <a:cxnLst/>
              <a:rect r="r" b="b" t="t" l="l"/>
              <a:pathLst>
                <a:path h="65024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251200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2013" b="true">
                  <a:solidFill>
                    <a:srgbClr val="F9C8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60064" y="3998976"/>
            <a:ext cx="2438400" cy="1950720"/>
            <a:chOff x="0" y="0"/>
            <a:chExt cx="3251200" cy="2600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51200" cy="2600960"/>
            </a:xfrm>
            <a:custGeom>
              <a:avLst/>
              <a:gdLst/>
              <a:ahLst/>
              <a:cxnLst/>
              <a:rect r="r" b="b" t="t" l="l"/>
              <a:pathLst>
                <a:path h="260096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2600960"/>
                  </a:lnTo>
                  <a:lnTo>
                    <a:pt x="0" y="260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251200" cy="2648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3"/>
                </a:lnSpc>
              </a:pPr>
              <a:r>
                <a:rPr lang="en-US" sz="2086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Autenticación, cifrado y control de acceso bien especificados.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33985" y="3215297"/>
            <a:ext cx="2737780" cy="3127924"/>
            <a:chOff x="0" y="0"/>
            <a:chExt cx="3650374" cy="41705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572" y="4572"/>
              <a:ext cx="3641344" cy="4161536"/>
            </a:xfrm>
            <a:custGeom>
              <a:avLst/>
              <a:gdLst/>
              <a:ahLst/>
              <a:cxnLst/>
              <a:rect r="r" b="b" t="t" l="l"/>
              <a:pathLst>
                <a:path h="4161536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4161536"/>
                  </a:lnTo>
                  <a:lnTo>
                    <a:pt x="0" y="4161536"/>
                  </a:lnTo>
                  <a:close/>
                </a:path>
              </a:pathLst>
            </a:custGeom>
            <a:solidFill>
              <a:srgbClr val="16205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0488" cy="4170680"/>
            </a:xfrm>
            <a:custGeom>
              <a:avLst/>
              <a:gdLst/>
              <a:ahLst/>
              <a:cxnLst/>
              <a:rect r="r" b="b" t="t" l="l"/>
              <a:pathLst>
                <a:path h="4170680" w="3650488">
                  <a:moveTo>
                    <a:pt x="4572" y="0"/>
                  </a:moveTo>
                  <a:lnTo>
                    <a:pt x="3645916" y="0"/>
                  </a:lnTo>
                  <a:cubicBezTo>
                    <a:pt x="3648456" y="0"/>
                    <a:pt x="3650488" y="2032"/>
                    <a:pt x="3650488" y="4572"/>
                  </a:cubicBezTo>
                  <a:lnTo>
                    <a:pt x="3650488" y="4166108"/>
                  </a:lnTo>
                  <a:cubicBezTo>
                    <a:pt x="3650488" y="4168648"/>
                    <a:pt x="3648456" y="4170680"/>
                    <a:pt x="3645916" y="4170680"/>
                  </a:cubicBezTo>
                  <a:lnTo>
                    <a:pt x="4572" y="4170680"/>
                  </a:lnTo>
                  <a:cubicBezTo>
                    <a:pt x="2032" y="4170680"/>
                    <a:pt x="0" y="4168648"/>
                    <a:pt x="0" y="4166108"/>
                  </a:cubicBezTo>
                  <a:lnTo>
                    <a:pt x="0" y="4572"/>
                  </a:lnTo>
                  <a:cubicBezTo>
                    <a:pt x="0" y="2032"/>
                    <a:pt x="2032" y="0"/>
                    <a:pt x="4572" y="0"/>
                  </a:cubicBezTo>
                  <a:moveTo>
                    <a:pt x="4572" y="9017"/>
                  </a:moveTo>
                  <a:lnTo>
                    <a:pt x="4572" y="4572"/>
                  </a:lnTo>
                  <a:lnTo>
                    <a:pt x="9017" y="4572"/>
                  </a:lnTo>
                  <a:lnTo>
                    <a:pt x="9017" y="4166108"/>
                  </a:lnTo>
                  <a:lnTo>
                    <a:pt x="4572" y="4166108"/>
                  </a:lnTo>
                  <a:lnTo>
                    <a:pt x="4572" y="4161536"/>
                  </a:lnTo>
                  <a:lnTo>
                    <a:pt x="3645916" y="4161536"/>
                  </a:lnTo>
                  <a:lnTo>
                    <a:pt x="3645916" y="4166108"/>
                  </a:lnTo>
                  <a:lnTo>
                    <a:pt x="3641344" y="4166108"/>
                  </a:lnTo>
                  <a:lnTo>
                    <a:pt x="3641344" y="4572"/>
                  </a:lnTo>
                  <a:lnTo>
                    <a:pt x="3645916" y="4572"/>
                  </a:lnTo>
                  <a:lnTo>
                    <a:pt x="3645916" y="9017"/>
                  </a:lnTo>
                  <a:lnTo>
                    <a:pt x="4572" y="9017"/>
                  </a:ln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30604" y="3211916"/>
            <a:ext cx="2744553" cy="91573"/>
            <a:chOff x="0" y="0"/>
            <a:chExt cx="3659403" cy="12209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017" y="9017"/>
              <a:ext cx="3641344" cy="104013"/>
            </a:xfrm>
            <a:custGeom>
              <a:avLst/>
              <a:gdLst/>
              <a:ahLst/>
              <a:cxnLst/>
              <a:rect r="r" b="b" t="t" l="l"/>
              <a:pathLst>
                <a:path h="104013" w="3641344">
                  <a:moveTo>
                    <a:pt x="0" y="0"/>
                  </a:moveTo>
                  <a:lnTo>
                    <a:pt x="3641344" y="0"/>
                  </a:lnTo>
                  <a:lnTo>
                    <a:pt x="3641344" y="104013"/>
                  </a:lnTo>
                  <a:lnTo>
                    <a:pt x="0" y="104013"/>
                  </a:ln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9378" cy="122047"/>
            </a:xfrm>
            <a:custGeom>
              <a:avLst/>
              <a:gdLst/>
              <a:ahLst/>
              <a:cxnLst/>
              <a:rect r="r" b="b" t="t" l="l"/>
              <a:pathLst>
                <a:path h="122047" w="3659378">
                  <a:moveTo>
                    <a:pt x="9017" y="0"/>
                  </a:moveTo>
                  <a:lnTo>
                    <a:pt x="3650361" y="0"/>
                  </a:lnTo>
                  <a:cubicBezTo>
                    <a:pt x="3655314" y="0"/>
                    <a:pt x="3659378" y="4064"/>
                    <a:pt x="3659378" y="9017"/>
                  </a:cubicBezTo>
                  <a:lnTo>
                    <a:pt x="3659378" y="113030"/>
                  </a:lnTo>
                  <a:cubicBezTo>
                    <a:pt x="3659378" y="117983"/>
                    <a:pt x="3655314" y="122047"/>
                    <a:pt x="3650361" y="122047"/>
                  </a:cubicBezTo>
                  <a:lnTo>
                    <a:pt x="9017" y="122047"/>
                  </a:lnTo>
                  <a:cubicBezTo>
                    <a:pt x="4064" y="122047"/>
                    <a:pt x="0" y="118110"/>
                    <a:pt x="0" y="11303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13030"/>
                  </a:lnTo>
                  <a:lnTo>
                    <a:pt x="9017" y="113030"/>
                  </a:lnTo>
                  <a:lnTo>
                    <a:pt x="9017" y="104013"/>
                  </a:lnTo>
                  <a:lnTo>
                    <a:pt x="3650361" y="104013"/>
                  </a:lnTo>
                  <a:lnTo>
                    <a:pt x="3650361" y="113030"/>
                  </a:lnTo>
                  <a:lnTo>
                    <a:pt x="3641344" y="113030"/>
                  </a:lnTo>
                  <a:lnTo>
                    <a:pt x="3641344" y="9017"/>
                  </a:lnTo>
                  <a:lnTo>
                    <a:pt x="3650361" y="9017"/>
                  </a:lnTo>
                  <a:lnTo>
                    <a:pt x="3650361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75" y="3511296"/>
            <a:ext cx="2438400" cy="404056"/>
            <a:chOff x="0" y="0"/>
            <a:chExt cx="3251200" cy="5387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51200" cy="538741"/>
            </a:xfrm>
            <a:custGeom>
              <a:avLst/>
              <a:gdLst/>
              <a:ahLst/>
              <a:cxnLst/>
              <a:rect r="r" b="b" t="t" l="l"/>
              <a:pathLst>
                <a:path h="538741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538741"/>
                  </a:lnTo>
                  <a:lnTo>
                    <a:pt x="0" y="538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0" r="0" b="-779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251200" cy="576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2013" b="true">
                  <a:solidFill>
                    <a:srgbClr val="F9C8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Disponibilidad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583680" y="3998976"/>
            <a:ext cx="2438400" cy="1950720"/>
            <a:chOff x="0" y="0"/>
            <a:chExt cx="3251200" cy="2600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51200" cy="2600960"/>
            </a:xfrm>
            <a:custGeom>
              <a:avLst/>
              <a:gdLst/>
              <a:ahLst/>
              <a:cxnLst/>
              <a:rect r="r" b="b" t="t" l="l"/>
              <a:pathLst>
                <a:path h="260096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2600960"/>
                  </a:lnTo>
                  <a:lnTo>
                    <a:pt x="0" y="260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251200" cy="2648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3"/>
                </a:lnSpc>
              </a:pPr>
              <a:r>
                <a:rPr lang="en-US" sz="2086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Uptime esperado, tolerancia a fallos y plan de recuperación.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5360" y="6632448"/>
            <a:ext cx="7802880" cy="438912"/>
            <a:chOff x="0" y="0"/>
            <a:chExt cx="104038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03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40384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63"/>
                </a:lnSpc>
              </a:pPr>
              <a:r>
                <a:rPr lang="en-US" sz="1386" i="true">
                  <a:solidFill>
                    <a:srgbClr val="8592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 miden, no se asumen.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9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72" y="-6772"/>
            <a:ext cx="228124" cy="7328745"/>
            <a:chOff x="0" y="0"/>
            <a:chExt cx="304165" cy="9771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017" y="9017"/>
              <a:ext cx="28613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86131">
                  <a:moveTo>
                    <a:pt x="0" y="0"/>
                  </a:moveTo>
                  <a:lnTo>
                    <a:pt x="286131" y="0"/>
                  </a:lnTo>
                  <a:lnTo>
                    <a:pt x="28613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65" cy="9771634"/>
            </a:xfrm>
            <a:custGeom>
              <a:avLst/>
              <a:gdLst/>
              <a:ahLst/>
              <a:cxnLst/>
              <a:rect r="r" b="b" t="t" l="l"/>
              <a:pathLst>
                <a:path h="9771634" w="304165">
                  <a:moveTo>
                    <a:pt x="9017" y="0"/>
                  </a:moveTo>
                  <a:lnTo>
                    <a:pt x="295148" y="0"/>
                  </a:lnTo>
                  <a:cubicBezTo>
                    <a:pt x="300101" y="0"/>
                    <a:pt x="304165" y="4064"/>
                    <a:pt x="304165" y="9017"/>
                  </a:cubicBezTo>
                  <a:lnTo>
                    <a:pt x="304165" y="9762617"/>
                  </a:lnTo>
                  <a:cubicBezTo>
                    <a:pt x="304165" y="9767570"/>
                    <a:pt x="300101" y="9771634"/>
                    <a:pt x="295148" y="9771634"/>
                  </a:cubicBezTo>
                  <a:lnTo>
                    <a:pt x="9017" y="9771634"/>
                  </a:lnTo>
                  <a:cubicBezTo>
                    <a:pt x="4064" y="9771634"/>
                    <a:pt x="0" y="9767570"/>
                    <a:pt x="0" y="976261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9762617"/>
                  </a:lnTo>
                  <a:lnTo>
                    <a:pt x="9017" y="9762617"/>
                  </a:lnTo>
                  <a:lnTo>
                    <a:pt x="9017" y="9753600"/>
                  </a:lnTo>
                  <a:lnTo>
                    <a:pt x="295148" y="9753600"/>
                  </a:lnTo>
                  <a:lnTo>
                    <a:pt x="295148" y="9762617"/>
                  </a:lnTo>
                  <a:lnTo>
                    <a:pt x="286131" y="9762617"/>
                  </a:lnTo>
                  <a:lnTo>
                    <a:pt x="286131" y="9017"/>
                  </a:lnTo>
                  <a:lnTo>
                    <a:pt x="295148" y="9017"/>
                  </a:lnTo>
                  <a:lnTo>
                    <a:pt x="295148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0908" y="383372"/>
            <a:ext cx="891369" cy="891369"/>
            <a:chOff x="0" y="0"/>
            <a:chExt cx="1188491" cy="1188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017" y="9017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8466" cy="1188466"/>
            </a:xfrm>
            <a:custGeom>
              <a:avLst/>
              <a:gdLst/>
              <a:ahLst/>
              <a:cxnLst/>
              <a:rect r="r" b="b" t="t" l="l"/>
              <a:pathLst>
                <a:path h="1188466" w="1188466">
                  <a:moveTo>
                    <a:pt x="0" y="594233"/>
                  </a:moveTo>
                  <a:cubicBezTo>
                    <a:pt x="0" y="266065"/>
                    <a:pt x="266065" y="0"/>
                    <a:pt x="594233" y="0"/>
                  </a:cubicBezTo>
                  <a:lnTo>
                    <a:pt x="594233" y="9017"/>
                  </a:lnTo>
                  <a:lnTo>
                    <a:pt x="594233" y="0"/>
                  </a:lnTo>
                  <a:cubicBezTo>
                    <a:pt x="922401" y="0"/>
                    <a:pt x="1188466" y="266065"/>
                    <a:pt x="1188466" y="594233"/>
                  </a:cubicBezTo>
                  <a:lnTo>
                    <a:pt x="1179449" y="594233"/>
                  </a:lnTo>
                  <a:lnTo>
                    <a:pt x="1188466" y="594233"/>
                  </a:lnTo>
                  <a:cubicBezTo>
                    <a:pt x="1188466" y="922401"/>
                    <a:pt x="922401" y="1188466"/>
                    <a:pt x="594233" y="1188466"/>
                  </a:cubicBezTo>
                  <a:lnTo>
                    <a:pt x="594233" y="1179449"/>
                  </a:lnTo>
                  <a:lnTo>
                    <a:pt x="594233" y="1188466"/>
                  </a:lnTo>
                  <a:cubicBezTo>
                    <a:pt x="266065" y="1188466"/>
                    <a:pt x="0" y="922401"/>
                    <a:pt x="0" y="594233"/>
                  </a:cubicBezTo>
                  <a:lnTo>
                    <a:pt x="9017" y="594233"/>
                  </a:lnTo>
                  <a:lnTo>
                    <a:pt x="18034" y="594233"/>
                  </a:lnTo>
                  <a:lnTo>
                    <a:pt x="9017" y="594233"/>
                  </a:lnTo>
                  <a:lnTo>
                    <a:pt x="0" y="594233"/>
                  </a:lnTo>
                  <a:moveTo>
                    <a:pt x="18034" y="594233"/>
                  </a:moveTo>
                  <a:cubicBezTo>
                    <a:pt x="18034" y="599186"/>
                    <a:pt x="13970" y="603250"/>
                    <a:pt x="9017" y="603250"/>
                  </a:cubicBezTo>
                  <a:cubicBezTo>
                    <a:pt x="4064" y="603250"/>
                    <a:pt x="0" y="599186"/>
                    <a:pt x="0" y="594233"/>
                  </a:cubicBezTo>
                  <a:cubicBezTo>
                    <a:pt x="0" y="589280"/>
                    <a:pt x="4064" y="585216"/>
                    <a:pt x="9017" y="585216"/>
                  </a:cubicBezTo>
                  <a:cubicBezTo>
                    <a:pt x="13970" y="585216"/>
                    <a:pt x="18034" y="589280"/>
                    <a:pt x="18034" y="594233"/>
                  </a:cubicBezTo>
                  <a:cubicBezTo>
                    <a:pt x="18034" y="912495"/>
                    <a:pt x="275971" y="1170432"/>
                    <a:pt x="594233" y="1170432"/>
                  </a:cubicBezTo>
                  <a:cubicBezTo>
                    <a:pt x="912495" y="1170432"/>
                    <a:pt x="1170432" y="912495"/>
                    <a:pt x="1170432" y="594233"/>
                  </a:cubicBezTo>
                  <a:cubicBezTo>
                    <a:pt x="1170432" y="275971"/>
                    <a:pt x="912495" y="18034"/>
                    <a:pt x="594233" y="18034"/>
                  </a:cubicBezTo>
                  <a:lnTo>
                    <a:pt x="594233" y="9017"/>
                  </a:lnTo>
                  <a:lnTo>
                    <a:pt x="594233" y="18034"/>
                  </a:lnTo>
                  <a:cubicBezTo>
                    <a:pt x="275971" y="18034"/>
                    <a:pt x="18034" y="275971"/>
                    <a:pt x="18034" y="594233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7680" y="390144"/>
            <a:ext cx="877824" cy="877824"/>
            <a:chOff x="0" y="0"/>
            <a:chExt cx="1170432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34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2140" y="1414272"/>
            <a:ext cx="8778240" cy="1463040"/>
            <a:chOff x="0" y="0"/>
            <a:chExt cx="1170432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70432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1E276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¿Cómo está</a:t>
              </a:r>
            </a:p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1E276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organizado?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140" y="3016844"/>
            <a:ext cx="452457" cy="452457"/>
            <a:chOff x="0" y="0"/>
            <a:chExt cx="603275" cy="603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017" y="9017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03250">
                  <a:moveTo>
                    <a:pt x="0" y="301625"/>
                  </a:moveTo>
                  <a:cubicBezTo>
                    <a:pt x="0" y="135001"/>
                    <a:pt x="135001" y="0"/>
                    <a:pt x="301625" y="0"/>
                  </a:cubicBezTo>
                  <a:lnTo>
                    <a:pt x="301625" y="9017"/>
                  </a:lnTo>
                  <a:lnTo>
                    <a:pt x="301625" y="0"/>
                  </a:lnTo>
                  <a:cubicBezTo>
                    <a:pt x="468249" y="0"/>
                    <a:pt x="603250" y="135001"/>
                    <a:pt x="603250" y="301625"/>
                  </a:cubicBezTo>
                  <a:lnTo>
                    <a:pt x="594233" y="301625"/>
                  </a:lnTo>
                  <a:lnTo>
                    <a:pt x="603250" y="301625"/>
                  </a:lnTo>
                  <a:cubicBezTo>
                    <a:pt x="603250" y="468249"/>
                    <a:pt x="468249" y="603250"/>
                    <a:pt x="301625" y="603250"/>
                  </a:cubicBezTo>
                  <a:lnTo>
                    <a:pt x="301625" y="594233"/>
                  </a:lnTo>
                  <a:lnTo>
                    <a:pt x="301625" y="603250"/>
                  </a:lnTo>
                  <a:cubicBezTo>
                    <a:pt x="135001" y="603250"/>
                    <a:pt x="0" y="468249"/>
                    <a:pt x="0" y="301625"/>
                  </a:cubicBezTo>
                  <a:lnTo>
                    <a:pt x="9017" y="301625"/>
                  </a:lnTo>
                  <a:lnTo>
                    <a:pt x="18034" y="301625"/>
                  </a:lnTo>
                  <a:lnTo>
                    <a:pt x="9017" y="301625"/>
                  </a:lnTo>
                  <a:lnTo>
                    <a:pt x="0" y="301625"/>
                  </a:lnTo>
                  <a:moveTo>
                    <a:pt x="18034" y="301625"/>
                  </a:moveTo>
                  <a:cubicBezTo>
                    <a:pt x="18034" y="306578"/>
                    <a:pt x="13970" y="310642"/>
                    <a:pt x="9017" y="310642"/>
                  </a:cubicBezTo>
                  <a:cubicBezTo>
                    <a:pt x="4064" y="310642"/>
                    <a:pt x="0" y="306578"/>
                    <a:pt x="0" y="301625"/>
                  </a:cubicBezTo>
                  <a:cubicBezTo>
                    <a:pt x="0" y="296672"/>
                    <a:pt x="4064" y="292608"/>
                    <a:pt x="9017" y="292608"/>
                  </a:cubicBezTo>
                  <a:cubicBezTo>
                    <a:pt x="13970" y="292608"/>
                    <a:pt x="18034" y="296672"/>
                    <a:pt x="18034" y="301625"/>
                  </a:cubicBezTo>
                  <a:cubicBezTo>
                    <a:pt x="18034" y="458216"/>
                    <a:pt x="145034" y="585216"/>
                    <a:pt x="301625" y="585216"/>
                  </a:cubicBezTo>
                  <a:cubicBezTo>
                    <a:pt x="458216" y="585216"/>
                    <a:pt x="585216" y="458216"/>
                    <a:pt x="585216" y="301625"/>
                  </a:cubicBezTo>
                  <a:cubicBezTo>
                    <a:pt x="585216" y="145034"/>
                    <a:pt x="458216" y="18034"/>
                    <a:pt x="301625" y="18034"/>
                  </a:cubicBezTo>
                  <a:lnTo>
                    <a:pt x="301625" y="9017"/>
                  </a:lnTo>
                  <a:lnTo>
                    <a:pt x="301625" y="18034"/>
                  </a:lnTo>
                  <a:cubicBezTo>
                    <a:pt x="145034" y="18034"/>
                    <a:pt x="18034" y="145034"/>
                    <a:pt x="18034" y="301625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38912" y="3023616"/>
            <a:ext cx="438912" cy="438912"/>
            <a:chOff x="0" y="0"/>
            <a:chExt cx="585216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5"/>
                </a:lnSpc>
              </a:pPr>
              <a:r>
                <a:rPr lang="en-US" sz="15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2335" y="3455756"/>
            <a:ext cx="72066" cy="335413"/>
            <a:chOff x="0" y="0"/>
            <a:chExt cx="96088" cy="4472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017" y="9017"/>
              <a:ext cx="78105" cy="429133"/>
            </a:xfrm>
            <a:custGeom>
              <a:avLst/>
              <a:gdLst/>
              <a:ahLst/>
              <a:cxnLst/>
              <a:rect r="r" b="b" t="t" l="l"/>
              <a:pathLst>
                <a:path h="429133" w="78105">
                  <a:moveTo>
                    <a:pt x="0" y="0"/>
                  </a:moveTo>
                  <a:lnTo>
                    <a:pt x="78105" y="0"/>
                  </a:lnTo>
                  <a:lnTo>
                    <a:pt x="78105" y="429133"/>
                  </a:lnTo>
                  <a:lnTo>
                    <a:pt x="0" y="429133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139" cy="447167"/>
            </a:xfrm>
            <a:custGeom>
              <a:avLst/>
              <a:gdLst/>
              <a:ahLst/>
              <a:cxnLst/>
              <a:rect r="r" b="b" t="t" l="l"/>
              <a:pathLst>
                <a:path h="447167" w="96139">
                  <a:moveTo>
                    <a:pt x="9017" y="0"/>
                  </a:moveTo>
                  <a:lnTo>
                    <a:pt x="87122" y="0"/>
                  </a:lnTo>
                  <a:cubicBezTo>
                    <a:pt x="92075" y="0"/>
                    <a:pt x="96139" y="4064"/>
                    <a:pt x="96139" y="9017"/>
                  </a:cubicBezTo>
                  <a:lnTo>
                    <a:pt x="96139" y="438150"/>
                  </a:lnTo>
                  <a:cubicBezTo>
                    <a:pt x="96139" y="443103"/>
                    <a:pt x="92075" y="447167"/>
                    <a:pt x="87122" y="447167"/>
                  </a:cubicBezTo>
                  <a:lnTo>
                    <a:pt x="9017" y="447167"/>
                  </a:lnTo>
                  <a:cubicBezTo>
                    <a:pt x="4064" y="447167"/>
                    <a:pt x="0" y="443103"/>
                    <a:pt x="0" y="43815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38150"/>
                  </a:lnTo>
                  <a:lnTo>
                    <a:pt x="9017" y="438150"/>
                  </a:lnTo>
                  <a:lnTo>
                    <a:pt x="9017" y="429133"/>
                  </a:lnTo>
                  <a:lnTo>
                    <a:pt x="87122" y="429133"/>
                  </a:lnTo>
                  <a:lnTo>
                    <a:pt x="87122" y="438150"/>
                  </a:lnTo>
                  <a:lnTo>
                    <a:pt x="77978" y="438150"/>
                  </a:lnTo>
                  <a:lnTo>
                    <a:pt x="77978" y="9017"/>
                  </a:lnTo>
                  <a:lnTo>
                    <a:pt x="86995" y="9017"/>
                  </a:lnTo>
                  <a:lnTo>
                    <a:pt x="8699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21664" y="3033370"/>
            <a:ext cx="2340864" cy="455630"/>
            <a:chOff x="0" y="0"/>
            <a:chExt cx="3121152" cy="6075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1152" cy="607507"/>
            </a:xfrm>
            <a:custGeom>
              <a:avLst/>
              <a:gdLst/>
              <a:ahLst/>
              <a:cxnLst/>
              <a:rect r="r" b="b" t="t" l="l"/>
              <a:pathLst>
                <a:path h="607507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07507"/>
                  </a:lnTo>
                  <a:lnTo>
                    <a:pt x="0" y="607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82" r="0" b="-461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121152" cy="655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3"/>
                </a:lnSpc>
              </a:pPr>
              <a:r>
                <a:rPr lang="en-US" sz="228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62528" y="3049895"/>
            <a:ext cx="5754624" cy="419405"/>
            <a:chOff x="0" y="0"/>
            <a:chExt cx="7672832" cy="5592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72832" cy="559206"/>
            </a:xfrm>
            <a:custGeom>
              <a:avLst/>
              <a:gdLst/>
              <a:ahLst/>
              <a:cxnLst/>
              <a:rect r="r" b="b" t="t" l="l"/>
              <a:pathLst>
                <a:path h="559206" w="7672832">
                  <a:moveTo>
                    <a:pt x="0" y="0"/>
                  </a:moveTo>
                  <a:lnTo>
                    <a:pt x="7672832" y="0"/>
                  </a:lnTo>
                  <a:lnTo>
                    <a:pt x="7672832" y="559206"/>
                  </a:lnTo>
                  <a:lnTo>
                    <a:pt x="0" y="5592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67283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Propósito, alcance y definiciones del documento.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32140" y="3777625"/>
            <a:ext cx="452457" cy="452457"/>
            <a:chOff x="0" y="0"/>
            <a:chExt cx="603275" cy="6032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017" y="9017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03250">
                  <a:moveTo>
                    <a:pt x="0" y="301625"/>
                  </a:moveTo>
                  <a:cubicBezTo>
                    <a:pt x="0" y="135001"/>
                    <a:pt x="135001" y="0"/>
                    <a:pt x="301625" y="0"/>
                  </a:cubicBezTo>
                  <a:lnTo>
                    <a:pt x="301625" y="9017"/>
                  </a:lnTo>
                  <a:lnTo>
                    <a:pt x="301625" y="0"/>
                  </a:lnTo>
                  <a:cubicBezTo>
                    <a:pt x="468249" y="0"/>
                    <a:pt x="603250" y="135001"/>
                    <a:pt x="603250" y="301625"/>
                  </a:cubicBezTo>
                  <a:lnTo>
                    <a:pt x="594233" y="301625"/>
                  </a:lnTo>
                  <a:lnTo>
                    <a:pt x="603250" y="301625"/>
                  </a:lnTo>
                  <a:cubicBezTo>
                    <a:pt x="603250" y="468249"/>
                    <a:pt x="468249" y="603250"/>
                    <a:pt x="301625" y="603250"/>
                  </a:cubicBezTo>
                  <a:lnTo>
                    <a:pt x="301625" y="594233"/>
                  </a:lnTo>
                  <a:lnTo>
                    <a:pt x="301625" y="603250"/>
                  </a:lnTo>
                  <a:cubicBezTo>
                    <a:pt x="135001" y="603250"/>
                    <a:pt x="0" y="468249"/>
                    <a:pt x="0" y="301625"/>
                  </a:cubicBezTo>
                  <a:lnTo>
                    <a:pt x="9017" y="301625"/>
                  </a:lnTo>
                  <a:lnTo>
                    <a:pt x="18034" y="301625"/>
                  </a:lnTo>
                  <a:lnTo>
                    <a:pt x="9017" y="301625"/>
                  </a:lnTo>
                  <a:lnTo>
                    <a:pt x="0" y="301625"/>
                  </a:lnTo>
                  <a:moveTo>
                    <a:pt x="18034" y="301625"/>
                  </a:moveTo>
                  <a:cubicBezTo>
                    <a:pt x="18034" y="306578"/>
                    <a:pt x="13970" y="310642"/>
                    <a:pt x="9017" y="310642"/>
                  </a:cubicBezTo>
                  <a:cubicBezTo>
                    <a:pt x="4064" y="310642"/>
                    <a:pt x="0" y="306578"/>
                    <a:pt x="0" y="301625"/>
                  </a:cubicBezTo>
                  <a:cubicBezTo>
                    <a:pt x="0" y="296672"/>
                    <a:pt x="4064" y="292608"/>
                    <a:pt x="9017" y="292608"/>
                  </a:cubicBezTo>
                  <a:cubicBezTo>
                    <a:pt x="13970" y="292608"/>
                    <a:pt x="18034" y="296672"/>
                    <a:pt x="18034" y="301625"/>
                  </a:cubicBezTo>
                  <a:cubicBezTo>
                    <a:pt x="18034" y="458216"/>
                    <a:pt x="145034" y="585216"/>
                    <a:pt x="301625" y="585216"/>
                  </a:cubicBezTo>
                  <a:cubicBezTo>
                    <a:pt x="458216" y="585216"/>
                    <a:pt x="585216" y="458216"/>
                    <a:pt x="585216" y="301625"/>
                  </a:cubicBezTo>
                  <a:cubicBezTo>
                    <a:pt x="585216" y="145034"/>
                    <a:pt x="458216" y="18034"/>
                    <a:pt x="301625" y="18034"/>
                  </a:cubicBezTo>
                  <a:lnTo>
                    <a:pt x="301625" y="9017"/>
                  </a:lnTo>
                  <a:lnTo>
                    <a:pt x="301625" y="18034"/>
                  </a:lnTo>
                  <a:cubicBezTo>
                    <a:pt x="145034" y="18034"/>
                    <a:pt x="18034" y="145034"/>
                    <a:pt x="18034" y="301625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38912" y="3784397"/>
            <a:ext cx="438912" cy="438912"/>
            <a:chOff x="0" y="0"/>
            <a:chExt cx="585216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5"/>
                </a:lnSpc>
              </a:pPr>
              <a:r>
                <a:rPr lang="en-US" sz="15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2335" y="4216537"/>
            <a:ext cx="72066" cy="335413"/>
            <a:chOff x="0" y="0"/>
            <a:chExt cx="96088" cy="4472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017" y="9017"/>
              <a:ext cx="78105" cy="429133"/>
            </a:xfrm>
            <a:custGeom>
              <a:avLst/>
              <a:gdLst/>
              <a:ahLst/>
              <a:cxnLst/>
              <a:rect r="r" b="b" t="t" l="l"/>
              <a:pathLst>
                <a:path h="429133" w="78105">
                  <a:moveTo>
                    <a:pt x="0" y="0"/>
                  </a:moveTo>
                  <a:lnTo>
                    <a:pt x="78105" y="0"/>
                  </a:lnTo>
                  <a:lnTo>
                    <a:pt x="78105" y="429133"/>
                  </a:lnTo>
                  <a:lnTo>
                    <a:pt x="0" y="429133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139" cy="447167"/>
            </a:xfrm>
            <a:custGeom>
              <a:avLst/>
              <a:gdLst/>
              <a:ahLst/>
              <a:cxnLst/>
              <a:rect r="r" b="b" t="t" l="l"/>
              <a:pathLst>
                <a:path h="447167" w="96139">
                  <a:moveTo>
                    <a:pt x="9017" y="0"/>
                  </a:moveTo>
                  <a:lnTo>
                    <a:pt x="87122" y="0"/>
                  </a:lnTo>
                  <a:cubicBezTo>
                    <a:pt x="92075" y="0"/>
                    <a:pt x="96139" y="4064"/>
                    <a:pt x="96139" y="9017"/>
                  </a:cubicBezTo>
                  <a:lnTo>
                    <a:pt x="96139" y="438150"/>
                  </a:lnTo>
                  <a:cubicBezTo>
                    <a:pt x="96139" y="443103"/>
                    <a:pt x="92075" y="447167"/>
                    <a:pt x="87122" y="447167"/>
                  </a:cubicBezTo>
                  <a:lnTo>
                    <a:pt x="9017" y="447167"/>
                  </a:lnTo>
                  <a:cubicBezTo>
                    <a:pt x="4064" y="447167"/>
                    <a:pt x="0" y="443103"/>
                    <a:pt x="0" y="43815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38150"/>
                  </a:lnTo>
                  <a:lnTo>
                    <a:pt x="9017" y="438150"/>
                  </a:lnTo>
                  <a:lnTo>
                    <a:pt x="9017" y="429133"/>
                  </a:lnTo>
                  <a:lnTo>
                    <a:pt x="87122" y="429133"/>
                  </a:lnTo>
                  <a:lnTo>
                    <a:pt x="87122" y="438150"/>
                  </a:lnTo>
                  <a:lnTo>
                    <a:pt x="77978" y="438150"/>
                  </a:lnTo>
                  <a:lnTo>
                    <a:pt x="77978" y="9017"/>
                  </a:lnTo>
                  <a:lnTo>
                    <a:pt x="86995" y="9017"/>
                  </a:lnTo>
                  <a:lnTo>
                    <a:pt x="8699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1664" y="3794150"/>
            <a:ext cx="2340864" cy="479610"/>
            <a:chOff x="0" y="0"/>
            <a:chExt cx="3121152" cy="639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21152" cy="639480"/>
            </a:xfrm>
            <a:custGeom>
              <a:avLst/>
              <a:gdLst/>
              <a:ahLst/>
              <a:cxnLst/>
              <a:rect r="r" b="b" t="t" l="l"/>
              <a:pathLst>
                <a:path h="639480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39480"/>
                  </a:lnTo>
                  <a:lnTo>
                    <a:pt x="0" y="639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78" r="0" b="-388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121152" cy="696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38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462528" y="3794150"/>
            <a:ext cx="5754624" cy="419405"/>
            <a:chOff x="0" y="0"/>
            <a:chExt cx="7672832" cy="5592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72832" cy="559206"/>
            </a:xfrm>
            <a:custGeom>
              <a:avLst/>
              <a:gdLst/>
              <a:ahLst/>
              <a:cxnLst/>
              <a:rect r="r" b="b" t="t" l="l"/>
              <a:pathLst>
                <a:path h="559206" w="7672832">
                  <a:moveTo>
                    <a:pt x="0" y="0"/>
                  </a:moveTo>
                  <a:lnTo>
                    <a:pt x="7672832" y="0"/>
                  </a:lnTo>
                  <a:lnTo>
                    <a:pt x="7672832" y="559206"/>
                  </a:lnTo>
                  <a:lnTo>
                    <a:pt x="0" y="5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352" r="0" b="-2173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67283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Contexto del sistema, usuarios y entorno operativo.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32140" y="4538405"/>
            <a:ext cx="452457" cy="452457"/>
            <a:chOff x="0" y="0"/>
            <a:chExt cx="603275" cy="603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9017" y="9017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03250">
                  <a:moveTo>
                    <a:pt x="0" y="301625"/>
                  </a:moveTo>
                  <a:cubicBezTo>
                    <a:pt x="0" y="135001"/>
                    <a:pt x="135001" y="0"/>
                    <a:pt x="301625" y="0"/>
                  </a:cubicBezTo>
                  <a:lnTo>
                    <a:pt x="301625" y="9017"/>
                  </a:lnTo>
                  <a:lnTo>
                    <a:pt x="301625" y="0"/>
                  </a:lnTo>
                  <a:cubicBezTo>
                    <a:pt x="468249" y="0"/>
                    <a:pt x="603250" y="135001"/>
                    <a:pt x="603250" y="301625"/>
                  </a:cubicBezTo>
                  <a:lnTo>
                    <a:pt x="594233" y="301625"/>
                  </a:lnTo>
                  <a:lnTo>
                    <a:pt x="603250" y="301625"/>
                  </a:lnTo>
                  <a:cubicBezTo>
                    <a:pt x="603250" y="468249"/>
                    <a:pt x="468249" y="603250"/>
                    <a:pt x="301625" y="603250"/>
                  </a:cubicBezTo>
                  <a:lnTo>
                    <a:pt x="301625" y="594233"/>
                  </a:lnTo>
                  <a:lnTo>
                    <a:pt x="301625" y="603250"/>
                  </a:lnTo>
                  <a:cubicBezTo>
                    <a:pt x="135001" y="603250"/>
                    <a:pt x="0" y="468249"/>
                    <a:pt x="0" y="301625"/>
                  </a:cubicBezTo>
                  <a:lnTo>
                    <a:pt x="9017" y="301625"/>
                  </a:lnTo>
                  <a:lnTo>
                    <a:pt x="18034" y="301625"/>
                  </a:lnTo>
                  <a:lnTo>
                    <a:pt x="9017" y="301625"/>
                  </a:lnTo>
                  <a:lnTo>
                    <a:pt x="0" y="301625"/>
                  </a:lnTo>
                  <a:moveTo>
                    <a:pt x="18034" y="301625"/>
                  </a:moveTo>
                  <a:cubicBezTo>
                    <a:pt x="18034" y="306578"/>
                    <a:pt x="13970" y="310642"/>
                    <a:pt x="9017" y="310642"/>
                  </a:cubicBezTo>
                  <a:cubicBezTo>
                    <a:pt x="4064" y="310642"/>
                    <a:pt x="0" y="306578"/>
                    <a:pt x="0" y="301625"/>
                  </a:cubicBezTo>
                  <a:cubicBezTo>
                    <a:pt x="0" y="296672"/>
                    <a:pt x="4064" y="292608"/>
                    <a:pt x="9017" y="292608"/>
                  </a:cubicBezTo>
                  <a:cubicBezTo>
                    <a:pt x="13970" y="292608"/>
                    <a:pt x="18034" y="296672"/>
                    <a:pt x="18034" y="301625"/>
                  </a:cubicBezTo>
                  <a:cubicBezTo>
                    <a:pt x="18034" y="458216"/>
                    <a:pt x="145034" y="585216"/>
                    <a:pt x="301625" y="585216"/>
                  </a:cubicBezTo>
                  <a:cubicBezTo>
                    <a:pt x="458216" y="585216"/>
                    <a:pt x="585216" y="458216"/>
                    <a:pt x="585216" y="301625"/>
                  </a:cubicBezTo>
                  <a:cubicBezTo>
                    <a:pt x="585216" y="145034"/>
                    <a:pt x="458216" y="18034"/>
                    <a:pt x="301625" y="18034"/>
                  </a:cubicBezTo>
                  <a:lnTo>
                    <a:pt x="301625" y="9017"/>
                  </a:lnTo>
                  <a:lnTo>
                    <a:pt x="301625" y="18034"/>
                  </a:lnTo>
                  <a:cubicBezTo>
                    <a:pt x="145034" y="18034"/>
                    <a:pt x="18034" y="145034"/>
                    <a:pt x="18034" y="301625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38912" y="4545178"/>
            <a:ext cx="438912" cy="438912"/>
            <a:chOff x="0" y="0"/>
            <a:chExt cx="585216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2335" y="4977317"/>
            <a:ext cx="72066" cy="335413"/>
            <a:chOff x="0" y="0"/>
            <a:chExt cx="96088" cy="4472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9017" y="9017"/>
              <a:ext cx="78105" cy="429133"/>
            </a:xfrm>
            <a:custGeom>
              <a:avLst/>
              <a:gdLst/>
              <a:ahLst/>
              <a:cxnLst/>
              <a:rect r="r" b="b" t="t" l="l"/>
              <a:pathLst>
                <a:path h="429133" w="78105">
                  <a:moveTo>
                    <a:pt x="0" y="0"/>
                  </a:moveTo>
                  <a:lnTo>
                    <a:pt x="78105" y="0"/>
                  </a:lnTo>
                  <a:lnTo>
                    <a:pt x="78105" y="429133"/>
                  </a:lnTo>
                  <a:lnTo>
                    <a:pt x="0" y="429133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139" cy="447167"/>
            </a:xfrm>
            <a:custGeom>
              <a:avLst/>
              <a:gdLst/>
              <a:ahLst/>
              <a:cxnLst/>
              <a:rect r="r" b="b" t="t" l="l"/>
              <a:pathLst>
                <a:path h="447167" w="96139">
                  <a:moveTo>
                    <a:pt x="9017" y="0"/>
                  </a:moveTo>
                  <a:lnTo>
                    <a:pt x="87122" y="0"/>
                  </a:lnTo>
                  <a:cubicBezTo>
                    <a:pt x="92075" y="0"/>
                    <a:pt x="96139" y="4064"/>
                    <a:pt x="96139" y="9017"/>
                  </a:cubicBezTo>
                  <a:lnTo>
                    <a:pt x="96139" y="438150"/>
                  </a:lnTo>
                  <a:cubicBezTo>
                    <a:pt x="96139" y="443103"/>
                    <a:pt x="92075" y="447167"/>
                    <a:pt x="87122" y="447167"/>
                  </a:cubicBezTo>
                  <a:lnTo>
                    <a:pt x="9017" y="447167"/>
                  </a:lnTo>
                  <a:cubicBezTo>
                    <a:pt x="4064" y="447167"/>
                    <a:pt x="0" y="443103"/>
                    <a:pt x="0" y="43815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38150"/>
                  </a:lnTo>
                  <a:lnTo>
                    <a:pt x="9017" y="438150"/>
                  </a:lnTo>
                  <a:lnTo>
                    <a:pt x="9017" y="429133"/>
                  </a:lnTo>
                  <a:lnTo>
                    <a:pt x="87122" y="429133"/>
                  </a:lnTo>
                  <a:lnTo>
                    <a:pt x="87122" y="438150"/>
                  </a:lnTo>
                  <a:lnTo>
                    <a:pt x="77978" y="438150"/>
                  </a:lnTo>
                  <a:lnTo>
                    <a:pt x="77978" y="9017"/>
                  </a:lnTo>
                  <a:lnTo>
                    <a:pt x="86995" y="9017"/>
                  </a:lnTo>
                  <a:lnTo>
                    <a:pt x="8699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1664" y="4554931"/>
            <a:ext cx="2340864" cy="431650"/>
            <a:chOff x="0" y="0"/>
            <a:chExt cx="3121152" cy="57553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21152" cy="575534"/>
            </a:xfrm>
            <a:custGeom>
              <a:avLst/>
              <a:gdLst/>
              <a:ahLst/>
              <a:cxnLst/>
              <a:rect r="r" b="b" t="t" l="l"/>
              <a:pathLst>
                <a:path h="57553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75534"/>
                  </a:lnTo>
                  <a:lnTo>
                    <a:pt x="0" y="575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86" r="0" b="-542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121152" cy="623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3"/>
                </a:lnSpc>
              </a:pPr>
              <a:r>
                <a:rPr lang="en-US" sz="218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Req. funcionales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462528" y="4537405"/>
            <a:ext cx="5754624" cy="419405"/>
            <a:chOff x="0" y="0"/>
            <a:chExt cx="7672832" cy="5592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72832" cy="559206"/>
            </a:xfrm>
            <a:custGeom>
              <a:avLst/>
              <a:gdLst/>
              <a:ahLst/>
              <a:cxnLst/>
              <a:rect r="r" b="b" t="t" l="l"/>
              <a:pathLst>
                <a:path h="559206" w="7672832">
                  <a:moveTo>
                    <a:pt x="0" y="0"/>
                  </a:moveTo>
                  <a:lnTo>
                    <a:pt x="7672832" y="0"/>
                  </a:lnTo>
                  <a:lnTo>
                    <a:pt x="7672832" y="559206"/>
                  </a:lnTo>
                  <a:lnTo>
                    <a:pt x="0" y="5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352" r="0" b="-2173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767283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 que el sistema debe hacer.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2140" y="5299186"/>
            <a:ext cx="452457" cy="452457"/>
            <a:chOff x="0" y="0"/>
            <a:chExt cx="603275" cy="6032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9017" y="9017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03250">
                  <a:moveTo>
                    <a:pt x="0" y="301625"/>
                  </a:moveTo>
                  <a:cubicBezTo>
                    <a:pt x="0" y="135001"/>
                    <a:pt x="135001" y="0"/>
                    <a:pt x="301625" y="0"/>
                  </a:cubicBezTo>
                  <a:lnTo>
                    <a:pt x="301625" y="9017"/>
                  </a:lnTo>
                  <a:lnTo>
                    <a:pt x="301625" y="0"/>
                  </a:lnTo>
                  <a:cubicBezTo>
                    <a:pt x="468249" y="0"/>
                    <a:pt x="603250" y="135001"/>
                    <a:pt x="603250" y="301625"/>
                  </a:cubicBezTo>
                  <a:lnTo>
                    <a:pt x="594233" y="301625"/>
                  </a:lnTo>
                  <a:lnTo>
                    <a:pt x="603250" y="301625"/>
                  </a:lnTo>
                  <a:cubicBezTo>
                    <a:pt x="603250" y="468249"/>
                    <a:pt x="468249" y="603250"/>
                    <a:pt x="301625" y="603250"/>
                  </a:cubicBezTo>
                  <a:lnTo>
                    <a:pt x="301625" y="594233"/>
                  </a:lnTo>
                  <a:lnTo>
                    <a:pt x="301625" y="603250"/>
                  </a:lnTo>
                  <a:cubicBezTo>
                    <a:pt x="135001" y="603250"/>
                    <a:pt x="0" y="468249"/>
                    <a:pt x="0" y="301625"/>
                  </a:cubicBezTo>
                  <a:lnTo>
                    <a:pt x="9017" y="301625"/>
                  </a:lnTo>
                  <a:lnTo>
                    <a:pt x="18034" y="301625"/>
                  </a:lnTo>
                  <a:lnTo>
                    <a:pt x="9017" y="301625"/>
                  </a:lnTo>
                  <a:lnTo>
                    <a:pt x="0" y="301625"/>
                  </a:lnTo>
                  <a:moveTo>
                    <a:pt x="18034" y="301625"/>
                  </a:moveTo>
                  <a:cubicBezTo>
                    <a:pt x="18034" y="306578"/>
                    <a:pt x="13970" y="310642"/>
                    <a:pt x="9017" y="310642"/>
                  </a:cubicBezTo>
                  <a:cubicBezTo>
                    <a:pt x="4064" y="310642"/>
                    <a:pt x="0" y="306578"/>
                    <a:pt x="0" y="301625"/>
                  </a:cubicBezTo>
                  <a:cubicBezTo>
                    <a:pt x="0" y="296672"/>
                    <a:pt x="4064" y="292608"/>
                    <a:pt x="9017" y="292608"/>
                  </a:cubicBezTo>
                  <a:cubicBezTo>
                    <a:pt x="13970" y="292608"/>
                    <a:pt x="18034" y="296672"/>
                    <a:pt x="18034" y="301625"/>
                  </a:cubicBezTo>
                  <a:cubicBezTo>
                    <a:pt x="18034" y="458216"/>
                    <a:pt x="145034" y="585216"/>
                    <a:pt x="301625" y="585216"/>
                  </a:cubicBezTo>
                  <a:cubicBezTo>
                    <a:pt x="458216" y="585216"/>
                    <a:pt x="585216" y="458216"/>
                    <a:pt x="585216" y="301625"/>
                  </a:cubicBezTo>
                  <a:cubicBezTo>
                    <a:pt x="585216" y="145034"/>
                    <a:pt x="458216" y="18034"/>
                    <a:pt x="301625" y="18034"/>
                  </a:cubicBezTo>
                  <a:lnTo>
                    <a:pt x="301625" y="9017"/>
                  </a:lnTo>
                  <a:lnTo>
                    <a:pt x="301625" y="18034"/>
                  </a:lnTo>
                  <a:cubicBezTo>
                    <a:pt x="145034" y="18034"/>
                    <a:pt x="18034" y="145034"/>
                    <a:pt x="18034" y="301625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38912" y="5305958"/>
            <a:ext cx="438912" cy="438912"/>
            <a:chOff x="0" y="0"/>
            <a:chExt cx="585216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22335" y="5738098"/>
            <a:ext cx="72066" cy="335413"/>
            <a:chOff x="0" y="0"/>
            <a:chExt cx="96088" cy="4472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9017" y="9017"/>
              <a:ext cx="78105" cy="429133"/>
            </a:xfrm>
            <a:custGeom>
              <a:avLst/>
              <a:gdLst/>
              <a:ahLst/>
              <a:cxnLst/>
              <a:rect r="r" b="b" t="t" l="l"/>
              <a:pathLst>
                <a:path h="429133" w="78105">
                  <a:moveTo>
                    <a:pt x="0" y="0"/>
                  </a:moveTo>
                  <a:lnTo>
                    <a:pt x="78105" y="0"/>
                  </a:lnTo>
                  <a:lnTo>
                    <a:pt x="78105" y="429133"/>
                  </a:lnTo>
                  <a:lnTo>
                    <a:pt x="0" y="429133"/>
                  </a:ln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139" cy="447167"/>
            </a:xfrm>
            <a:custGeom>
              <a:avLst/>
              <a:gdLst/>
              <a:ahLst/>
              <a:cxnLst/>
              <a:rect r="r" b="b" t="t" l="l"/>
              <a:pathLst>
                <a:path h="447167" w="96139">
                  <a:moveTo>
                    <a:pt x="9017" y="0"/>
                  </a:moveTo>
                  <a:lnTo>
                    <a:pt x="87122" y="0"/>
                  </a:lnTo>
                  <a:cubicBezTo>
                    <a:pt x="92075" y="0"/>
                    <a:pt x="96139" y="4064"/>
                    <a:pt x="96139" y="9017"/>
                  </a:cubicBezTo>
                  <a:lnTo>
                    <a:pt x="96139" y="438150"/>
                  </a:lnTo>
                  <a:cubicBezTo>
                    <a:pt x="96139" y="443103"/>
                    <a:pt x="92075" y="447167"/>
                    <a:pt x="87122" y="447167"/>
                  </a:cubicBezTo>
                  <a:lnTo>
                    <a:pt x="9017" y="447167"/>
                  </a:lnTo>
                  <a:cubicBezTo>
                    <a:pt x="4064" y="447167"/>
                    <a:pt x="0" y="443103"/>
                    <a:pt x="0" y="43815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438150"/>
                  </a:lnTo>
                  <a:lnTo>
                    <a:pt x="9017" y="438150"/>
                  </a:lnTo>
                  <a:lnTo>
                    <a:pt x="9017" y="429133"/>
                  </a:lnTo>
                  <a:lnTo>
                    <a:pt x="87122" y="429133"/>
                  </a:lnTo>
                  <a:lnTo>
                    <a:pt x="87122" y="438150"/>
                  </a:lnTo>
                  <a:lnTo>
                    <a:pt x="77978" y="438150"/>
                  </a:lnTo>
                  <a:lnTo>
                    <a:pt x="77978" y="9017"/>
                  </a:lnTo>
                  <a:lnTo>
                    <a:pt x="86995" y="9017"/>
                  </a:lnTo>
                  <a:lnTo>
                    <a:pt x="8699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21664" y="5315712"/>
            <a:ext cx="2340864" cy="419405"/>
            <a:chOff x="0" y="0"/>
            <a:chExt cx="3121152" cy="55920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21152" cy="559206"/>
            </a:xfrm>
            <a:custGeom>
              <a:avLst/>
              <a:gdLst/>
              <a:ahLst/>
              <a:cxnLst/>
              <a:rect r="r" b="b" t="t" l="l"/>
              <a:pathLst>
                <a:path h="559206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59206"/>
                  </a:lnTo>
                  <a:lnTo>
                    <a:pt x="0" y="5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3" r="0" b="-587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12115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3"/>
                </a:lnSpc>
              </a:pPr>
              <a:r>
                <a:rPr lang="en-US" sz="208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Req. no funcionales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511296" y="5315712"/>
            <a:ext cx="5754624" cy="419405"/>
            <a:chOff x="0" y="0"/>
            <a:chExt cx="7672832" cy="55920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72832" cy="559206"/>
            </a:xfrm>
            <a:custGeom>
              <a:avLst/>
              <a:gdLst/>
              <a:ahLst/>
              <a:cxnLst/>
              <a:rect r="r" b="b" t="t" l="l"/>
              <a:pathLst>
                <a:path h="559206" w="7672832">
                  <a:moveTo>
                    <a:pt x="0" y="0"/>
                  </a:moveTo>
                  <a:lnTo>
                    <a:pt x="7672832" y="0"/>
                  </a:lnTo>
                  <a:lnTo>
                    <a:pt x="7672832" y="559206"/>
                  </a:lnTo>
                  <a:lnTo>
                    <a:pt x="0" y="5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352" r="0" b="-2173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67283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Calidad sistema.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32140" y="6059967"/>
            <a:ext cx="452457" cy="452457"/>
            <a:chOff x="0" y="0"/>
            <a:chExt cx="603275" cy="6032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9017" y="9017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03250">
                  <a:moveTo>
                    <a:pt x="0" y="301625"/>
                  </a:moveTo>
                  <a:cubicBezTo>
                    <a:pt x="0" y="135001"/>
                    <a:pt x="135001" y="0"/>
                    <a:pt x="301625" y="0"/>
                  </a:cubicBezTo>
                  <a:lnTo>
                    <a:pt x="301625" y="9017"/>
                  </a:lnTo>
                  <a:lnTo>
                    <a:pt x="301625" y="0"/>
                  </a:lnTo>
                  <a:cubicBezTo>
                    <a:pt x="468249" y="0"/>
                    <a:pt x="603250" y="135001"/>
                    <a:pt x="603250" y="301625"/>
                  </a:cubicBezTo>
                  <a:lnTo>
                    <a:pt x="594233" y="301625"/>
                  </a:lnTo>
                  <a:lnTo>
                    <a:pt x="603250" y="301625"/>
                  </a:lnTo>
                  <a:cubicBezTo>
                    <a:pt x="603250" y="468249"/>
                    <a:pt x="468249" y="603250"/>
                    <a:pt x="301625" y="603250"/>
                  </a:cubicBezTo>
                  <a:lnTo>
                    <a:pt x="301625" y="594233"/>
                  </a:lnTo>
                  <a:lnTo>
                    <a:pt x="301625" y="603250"/>
                  </a:lnTo>
                  <a:cubicBezTo>
                    <a:pt x="135001" y="603250"/>
                    <a:pt x="0" y="468249"/>
                    <a:pt x="0" y="301625"/>
                  </a:cubicBezTo>
                  <a:lnTo>
                    <a:pt x="9017" y="301625"/>
                  </a:lnTo>
                  <a:lnTo>
                    <a:pt x="18034" y="301625"/>
                  </a:lnTo>
                  <a:lnTo>
                    <a:pt x="9017" y="301625"/>
                  </a:lnTo>
                  <a:lnTo>
                    <a:pt x="0" y="301625"/>
                  </a:lnTo>
                  <a:moveTo>
                    <a:pt x="18034" y="301625"/>
                  </a:moveTo>
                  <a:cubicBezTo>
                    <a:pt x="18034" y="306578"/>
                    <a:pt x="13970" y="310642"/>
                    <a:pt x="9017" y="310642"/>
                  </a:cubicBezTo>
                  <a:cubicBezTo>
                    <a:pt x="4064" y="310642"/>
                    <a:pt x="0" y="306578"/>
                    <a:pt x="0" y="301625"/>
                  </a:cubicBezTo>
                  <a:cubicBezTo>
                    <a:pt x="0" y="296672"/>
                    <a:pt x="4064" y="292608"/>
                    <a:pt x="9017" y="292608"/>
                  </a:cubicBezTo>
                  <a:cubicBezTo>
                    <a:pt x="13970" y="292608"/>
                    <a:pt x="18034" y="296672"/>
                    <a:pt x="18034" y="301625"/>
                  </a:cubicBezTo>
                  <a:cubicBezTo>
                    <a:pt x="18034" y="458216"/>
                    <a:pt x="145034" y="585216"/>
                    <a:pt x="301625" y="585216"/>
                  </a:cubicBezTo>
                  <a:cubicBezTo>
                    <a:pt x="458216" y="585216"/>
                    <a:pt x="585216" y="458216"/>
                    <a:pt x="585216" y="301625"/>
                  </a:cubicBezTo>
                  <a:cubicBezTo>
                    <a:pt x="585216" y="145034"/>
                    <a:pt x="458216" y="18034"/>
                    <a:pt x="301625" y="18034"/>
                  </a:cubicBezTo>
                  <a:lnTo>
                    <a:pt x="301625" y="9017"/>
                  </a:lnTo>
                  <a:lnTo>
                    <a:pt x="301625" y="18034"/>
                  </a:lnTo>
                  <a:cubicBezTo>
                    <a:pt x="145034" y="18034"/>
                    <a:pt x="18034" y="145034"/>
                    <a:pt x="18034" y="301625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38912" y="6066739"/>
            <a:ext cx="438912" cy="438912"/>
            <a:chOff x="0" y="0"/>
            <a:chExt cx="585216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5"/>
                </a:lnSpc>
              </a:pPr>
              <a:r>
                <a:rPr lang="en-US" sz="15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1664" y="6076493"/>
            <a:ext cx="2340864" cy="455630"/>
            <a:chOff x="0" y="0"/>
            <a:chExt cx="3121152" cy="6075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21152" cy="607507"/>
            </a:xfrm>
            <a:custGeom>
              <a:avLst/>
              <a:gdLst/>
              <a:ahLst/>
              <a:cxnLst/>
              <a:rect r="r" b="b" t="t" l="l"/>
              <a:pathLst>
                <a:path h="607507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07507"/>
                  </a:lnTo>
                  <a:lnTo>
                    <a:pt x="0" y="607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82" r="0" b="-4613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3121152" cy="655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3"/>
                </a:lnSpc>
              </a:pPr>
              <a:r>
                <a:rPr lang="en-US" sz="228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Restricciones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462528" y="6094605"/>
            <a:ext cx="5754624" cy="419405"/>
            <a:chOff x="0" y="0"/>
            <a:chExt cx="7672832" cy="55920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72832" cy="559206"/>
            </a:xfrm>
            <a:custGeom>
              <a:avLst/>
              <a:gdLst/>
              <a:ahLst/>
              <a:cxnLst/>
              <a:rect r="r" b="b" t="t" l="l"/>
              <a:pathLst>
                <a:path h="559206" w="7672832">
                  <a:moveTo>
                    <a:pt x="0" y="0"/>
                  </a:moveTo>
                  <a:lnTo>
                    <a:pt x="7672832" y="0"/>
                  </a:lnTo>
                  <a:lnTo>
                    <a:pt x="7672832" y="559206"/>
                  </a:lnTo>
                  <a:lnTo>
                    <a:pt x="0" y="5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352" r="0" b="-2173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7672832" cy="606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Limitaciones técnicas, legales y de negocio.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92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32249" y="-6772"/>
            <a:ext cx="228124" cy="7328745"/>
            <a:chOff x="0" y="0"/>
            <a:chExt cx="304165" cy="9771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017" y="9017"/>
              <a:ext cx="28613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86131">
                  <a:moveTo>
                    <a:pt x="0" y="0"/>
                  </a:moveTo>
                  <a:lnTo>
                    <a:pt x="286131" y="0"/>
                  </a:lnTo>
                  <a:lnTo>
                    <a:pt x="28613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CADCF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65" cy="9771634"/>
            </a:xfrm>
            <a:custGeom>
              <a:avLst/>
              <a:gdLst/>
              <a:ahLst/>
              <a:cxnLst/>
              <a:rect r="r" b="b" t="t" l="l"/>
              <a:pathLst>
                <a:path h="9771634" w="304165">
                  <a:moveTo>
                    <a:pt x="9017" y="0"/>
                  </a:moveTo>
                  <a:lnTo>
                    <a:pt x="295148" y="0"/>
                  </a:lnTo>
                  <a:cubicBezTo>
                    <a:pt x="300101" y="0"/>
                    <a:pt x="304165" y="4064"/>
                    <a:pt x="304165" y="9017"/>
                  </a:cubicBezTo>
                  <a:lnTo>
                    <a:pt x="304165" y="9762617"/>
                  </a:lnTo>
                  <a:cubicBezTo>
                    <a:pt x="304165" y="9767570"/>
                    <a:pt x="300101" y="9771634"/>
                    <a:pt x="295148" y="9771634"/>
                  </a:cubicBezTo>
                  <a:lnTo>
                    <a:pt x="9017" y="9771634"/>
                  </a:lnTo>
                  <a:cubicBezTo>
                    <a:pt x="4064" y="9771634"/>
                    <a:pt x="0" y="9767570"/>
                    <a:pt x="0" y="976261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9762617"/>
                  </a:lnTo>
                  <a:lnTo>
                    <a:pt x="9017" y="9762617"/>
                  </a:lnTo>
                  <a:lnTo>
                    <a:pt x="9017" y="9753600"/>
                  </a:lnTo>
                  <a:lnTo>
                    <a:pt x="295148" y="9753600"/>
                  </a:lnTo>
                  <a:lnTo>
                    <a:pt x="295148" y="9762617"/>
                  </a:lnTo>
                  <a:lnTo>
                    <a:pt x="286131" y="9762617"/>
                  </a:lnTo>
                  <a:lnTo>
                    <a:pt x="286131" y="9017"/>
                  </a:lnTo>
                  <a:lnTo>
                    <a:pt x="295148" y="9017"/>
                  </a:lnTo>
                  <a:lnTo>
                    <a:pt x="295148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772" y="-6772"/>
            <a:ext cx="228124" cy="7328745"/>
            <a:chOff x="0" y="0"/>
            <a:chExt cx="304165" cy="97716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017" y="9017"/>
              <a:ext cx="28613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86131">
                  <a:moveTo>
                    <a:pt x="0" y="0"/>
                  </a:moveTo>
                  <a:lnTo>
                    <a:pt x="286131" y="0"/>
                  </a:lnTo>
                  <a:lnTo>
                    <a:pt x="28613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CADCF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165" cy="9771634"/>
            </a:xfrm>
            <a:custGeom>
              <a:avLst/>
              <a:gdLst/>
              <a:ahLst/>
              <a:cxnLst/>
              <a:rect r="r" b="b" t="t" l="l"/>
              <a:pathLst>
                <a:path h="9771634" w="304165">
                  <a:moveTo>
                    <a:pt x="9017" y="0"/>
                  </a:moveTo>
                  <a:lnTo>
                    <a:pt x="295148" y="0"/>
                  </a:lnTo>
                  <a:cubicBezTo>
                    <a:pt x="300101" y="0"/>
                    <a:pt x="304165" y="4064"/>
                    <a:pt x="304165" y="9017"/>
                  </a:cubicBezTo>
                  <a:lnTo>
                    <a:pt x="304165" y="9762617"/>
                  </a:lnTo>
                  <a:cubicBezTo>
                    <a:pt x="304165" y="9767570"/>
                    <a:pt x="300101" y="9771634"/>
                    <a:pt x="295148" y="9771634"/>
                  </a:cubicBezTo>
                  <a:lnTo>
                    <a:pt x="9017" y="9771634"/>
                  </a:lnTo>
                  <a:cubicBezTo>
                    <a:pt x="4064" y="9771634"/>
                    <a:pt x="0" y="9767570"/>
                    <a:pt x="0" y="9762617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9762617"/>
                  </a:lnTo>
                  <a:lnTo>
                    <a:pt x="9017" y="9762617"/>
                  </a:lnTo>
                  <a:lnTo>
                    <a:pt x="9017" y="9753600"/>
                  </a:lnTo>
                  <a:lnTo>
                    <a:pt x="295148" y="9753600"/>
                  </a:lnTo>
                  <a:lnTo>
                    <a:pt x="295148" y="9762617"/>
                  </a:lnTo>
                  <a:lnTo>
                    <a:pt x="286131" y="9762617"/>
                  </a:lnTo>
                  <a:lnTo>
                    <a:pt x="286131" y="9017"/>
                  </a:lnTo>
                  <a:lnTo>
                    <a:pt x="295148" y="9017"/>
                  </a:lnTo>
                  <a:lnTo>
                    <a:pt x="295148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0908" y="334604"/>
            <a:ext cx="891369" cy="891369"/>
            <a:chOff x="0" y="0"/>
            <a:chExt cx="1188491" cy="1188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017" y="9017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8466" cy="1188466"/>
            </a:xfrm>
            <a:custGeom>
              <a:avLst/>
              <a:gdLst/>
              <a:ahLst/>
              <a:cxnLst/>
              <a:rect r="r" b="b" t="t" l="l"/>
              <a:pathLst>
                <a:path h="1188466" w="1188466">
                  <a:moveTo>
                    <a:pt x="0" y="594233"/>
                  </a:moveTo>
                  <a:cubicBezTo>
                    <a:pt x="0" y="266065"/>
                    <a:pt x="266065" y="0"/>
                    <a:pt x="594233" y="0"/>
                  </a:cubicBezTo>
                  <a:lnTo>
                    <a:pt x="594233" y="9017"/>
                  </a:lnTo>
                  <a:lnTo>
                    <a:pt x="594233" y="0"/>
                  </a:lnTo>
                  <a:cubicBezTo>
                    <a:pt x="922401" y="0"/>
                    <a:pt x="1188466" y="266065"/>
                    <a:pt x="1188466" y="594233"/>
                  </a:cubicBezTo>
                  <a:lnTo>
                    <a:pt x="1179449" y="594233"/>
                  </a:lnTo>
                  <a:lnTo>
                    <a:pt x="1188466" y="594233"/>
                  </a:lnTo>
                  <a:cubicBezTo>
                    <a:pt x="1188466" y="922401"/>
                    <a:pt x="922401" y="1188466"/>
                    <a:pt x="594233" y="1188466"/>
                  </a:cubicBezTo>
                  <a:lnTo>
                    <a:pt x="594233" y="1179449"/>
                  </a:lnTo>
                  <a:lnTo>
                    <a:pt x="594233" y="1188466"/>
                  </a:lnTo>
                  <a:cubicBezTo>
                    <a:pt x="266065" y="1188466"/>
                    <a:pt x="0" y="922401"/>
                    <a:pt x="0" y="594233"/>
                  </a:cubicBezTo>
                  <a:lnTo>
                    <a:pt x="9017" y="594233"/>
                  </a:lnTo>
                  <a:lnTo>
                    <a:pt x="18034" y="594233"/>
                  </a:lnTo>
                  <a:lnTo>
                    <a:pt x="9017" y="594233"/>
                  </a:lnTo>
                  <a:lnTo>
                    <a:pt x="0" y="594233"/>
                  </a:lnTo>
                  <a:moveTo>
                    <a:pt x="18034" y="594233"/>
                  </a:moveTo>
                  <a:cubicBezTo>
                    <a:pt x="18034" y="599186"/>
                    <a:pt x="13970" y="603250"/>
                    <a:pt x="9017" y="603250"/>
                  </a:cubicBezTo>
                  <a:cubicBezTo>
                    <a:pt x="4064" y="603250"/>
                    <a:pt x="0" y="599186"/>
                    <a:pt x="0" y="594233"/>
                  </a:cubicBezTo>
                  <a:cubicBezTo>
                    <a:pt x="0" y="589280"/>
                    <a:pt x="4064" y="585216"/>
                    <a:pt x="9017" y="585216"/>
                  </a:cubicBezTo>
                  <a:cubicBezTo>
                    <a:pt x="13970" y="585216"/>
                    <a:pt x="18034" y="589280"/>
                    <a:pt x="18034" y="594233"/>
                  </a:cubicBezTo>
                  <a:cubicBezTo>
                    <a:pt x="18034" y="912495"/>
                    <a:pt x="275971" y="1170432"/>
                    <a:pt x="594233" y="1170432"/>
                  </a:cubicBezTo>
                  <a:cubicBezTo>
                    <a:pt x="912495" y="1170432"/>
                    <a:pt x="1170432" y="912495"/>
                    <a:pt x="1170432" y="594233"/>
                  </a:cubicBezTo>
                  <a:cubicBezTo>
                    <a:pt x="1170432" y="275971"/>
                    <a:pt x="912495" y="18034"/>
                    <a:pt x="594233" y="18034"/>
                  </a:cubicBezTo>
                  <a:lnTo>
                    <a:pt x="594233" y="9017"/>
                  </a:lnTo>
                  <a:lnTo>
                    <a:pt x="594233" y="18034"/>
                  </a:lnTo>
                  <a:cubicBezTo>
                    <a:pt x="275971" y="18034"/>
                    <a:pt x="18034" y="275971"/>
                    <a:pt x="18034" y="594233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7680" y="341376"/>
            <a:ext cx="877824" cy="877824"/>
            <a:chOff x="0" y="0"/>
            <a:chExt cx="1170432" cy="1170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346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7680" y="1365504"/>
            <a:ext cx="8778240" cy="1560576"/>
            <a:chOff x="0" y="0"/>
            <a:chExt cx="11704320" cy="20807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2080768"/>
            </a:xfrm>
            <a:custGeom>
              <a:avLst/>
              <a:gdLst/>
              <a:ahLst/>
              <a:cxnLst/>
              <a:rect r="r" b="b" t="t" l="l"/>
              <a:pathLst>
                <a:path h="208076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080768"/>
                  </a:lnTo>
                  <a:lnTo>
                    <a:pt x="0" y="2080768"/>
                  </a:lnTo>
                  <a:close/>
                </a:path>
              </a:pathLst>
            </a:custGeom>
            <a:solidFill>
              <a:srgbClr val="8592A8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704320" cy="215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FFFFFF"/>
                  </a:solidFill>
                  <a:latin typeface="Bugaki"/>
                  <a:ea typeface="Bugaki"/>
                  <a:cs typeface="Bugaki"/>
                  <a:sym typeface="Bugaki"/>
                </a:rPr>
                <a:t>¿Cómo saber</a:t>
              </a:r>
            </a:p>
            <a:p>
              <a:pPr algn="l">
                <a:lnSpc>
                  <a:spcPts val="4863"/>
                </a:lnSpc>
              </a:pPr>
              <a:r>
                <a:rPr lang="en-US" sz="4053">
                  <a:solidFill>
                    <a:srgbClr val="FFFFFF"/>
                  </a:solidFill>
                  <a:latin typeface="Bugaki"/>
                  <a:ea typeface="Bugaki"/>
                  <a:cs typeface="Bugaki"/>
                  <a:sym typeface="Bugaki"/>
                </a:rPr>
                <a:t>si es bueno?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5980" y="3211916"/>
            <a:ext cx="3817449" cy="520732"/>
            <a:chOff x="0" y="0"/>
            <a:chExt cx="5089931" cy="6943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752" y="3218688"/>
            <a:ext cx="3803904" cy="507187"/>
            <a:chOff x="0" y="0"/>
            <a:chExt cx="5071872" cy="676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67564" y="3211916"/>
            <a:ext cx="3817449" cy="520732"/>
            <a:chOff x="0" y="0"/>
            <a:chExt cx="5089931" cy="6943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74336" y="3218688"/>
            <a:ext cx="3803904" cy="507187"/>
            <a:chOff x="0" y="0"/>
            <a:chExt cx="5071872" cy="676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 ambigüedad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5980" y="3914175"/>
            <a:ext cx="3817449" cy="520732"/>
            <a:chOff x="0" y="0"/>
            <a:chExt cx="5089931" cy="6943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2752" y="3920947"/>
            <a:ext cx="3803904" cy="507187"/>
            <a:chOff x="0" y="0"/>
            <a:chExt cx="5071872" cy="676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Verificable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67564" y="3914175"/>
            <a:ext cx="3817449" cy="520732"/>
            <a:chOff x="0" y="0"/>
            <a:chExt cx="5089931" cy="6943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74336" y="3920947"/>
            <a:ext cx="3803904" cy="507187"/>
            <a:chOff x="0" y="0"/>
            <a:chExt cx="5071872" cy="676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Trazable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5980" y="4616434"/>
            <a:ext cx="3817449" cy="520732"/>
            <a:chOff x="0" y="0"/>
            <a:chExt cx="5089931" cy="6943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E8416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2752" y="4623206"/>
            <a:ext cx="3803904" cy="507187"/>
            <a:chOff x="0" y="0"/>
            <a:chExt cx="5071872" cy="676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67564" y="4616434"/>
            <a:ext cx="3817449" cy="520732"/>
            <a:chOff x="0" y="0"/>
            <a:chExt cx="5089931" cy="69430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9017" y="9017"/>
              <a:ext cx="5071872" cy="676148"/>
            </a:xfrm>
            <a:custGeom>
              <a:avLst/>
              <a:gdLst/>
              <a:ahLst/>
              <a:cxnLst/>
              <a:rect r="r" b="b" t="t" l="l"/>
              <a:pathLst>
                <a:path h="676148" w="5071872">
                  <a:moveTo>
                    <a:pt x="0" y="338201"/>
                  </a:moveTo>
                  <a:cubicBezTo>
                    <a:pt x="0" y="151384"/>
                    <a:pt x="154940" y="0"/>
                    <a:pt x="345948" y="0"/>
                  </a:cubicBezTo>
                  <a:lnTo>
                    <a:pt x="4725924" y="0"/>
                  </a:lnTo>
                  <a:cubicBezTo>
                    <a:pt x="4916932" y="0"/>
                    <a:pt x="5071872" y="151384"/>
                    <a:pt x="5071872" y="338074"/>
                  </a:cubicBezTo>
                  <a:cubicBezTo>
                    <a:pt x="5071872" y="524764"/>
                    <a:pt x="4917059" y="676148"/>
                    <a:pt x="4725924" y="676148"/>
                  </a:cubicBezTo>
                  <a:lnTo>
                    <a:pt x="345948" y="676148"/>
                  </a:lnTo>
                  <a:cubicBezTo>
                    <a:pt x="154940" y="676275"/>
                    <a:pt x="0" y="524891"/>
                    <a:pt x="0" y="338201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89906" cy="694436"/>
            </a:xfrm>
            <a:custGeom>
              <a:avLst/>
              <a:gdLst/>
              <a:ahLst/>
              <a:cxnLst/>
              <a:rect r="r" b="b" t="t" l="l"/>
              <a:pathLst>
                <a:path h="694436" w="5089906">
                  <a:moveTo>
                    <a:pt x="0" y="347218"/>
                  </a:moveTo>
                  <a:cubicBezTo>
                    <a:pt x="0" y="155194"/>
                    <a:pt x="159131" y="0"/>
                    <a:pt x="354965" y="0"/>
                  </a:cubicBezTo>
                  <a:lnTo>
                    <a:pt x="4734941" y="0"/>
                  </a:lnTo>
                  <a:lnTo>
                    <a:pt x="4734941" y="9017"/>
                  </a:lnTo>
                  <a:lnTo>
                    <a:pt x="4734941" y="0"/>
                  </a:lnTo>
                  <a:cubicBezTo>
                    <a:pt x="4930775" y="0"/>
                    <a:pt x="5089906" y="155194"/>
                    <a:pt x="5089906" y="347218"/>
                  </a:cubicBezTo>
                  <a:lnTo>
                    <a:pt x="5080889" y="347218"/>
                  </a:lnTo>
                  <a:lnTo>
                    <a:pt x="5089906" y="347218"/>
                  </a:lnTo>
                  <a:lnTo>
                    <a:pt x="5080889" y="347218"/>
                  </a:lnTo>
                  <a:lnTo>
                    <a:pt x="5089906" y="347218"/>
                  </a:lnTo>
                  <a:cubicBezTo>
                    <a:pt x="5089906" y="539115"/>
                    <a:pt x="4930775" y="694436"/>
                    <a:pt x="4734941" y="694436"/>
                  </a:cubicBezTo>
                  <a:lnTo>
                    <a:pt x="4734941" y="685419"/>
                  </a:lnTo>
                  <a:lnTo>
                    <a:pt x="4734941" y="694436"/>
                  </a:lnTo>
                  <a:lnTo>
                    <a:pt x="354965" y="694436"/>
                  </a:lnTo>
                  <a:lnTo>
                    <a:pt x="354965" y="685419"/>
                  </a:lnTo>
                  <a:lnTo>
                    <a:pt x="354965" y="694436"/>
                  </a:lnTo>
                  <a:cubicBezTo>
                    <a:pt x="159131" y="694309"/>
                    <a:pt x="0" y="539115"/>
                    <a:pt x="0" y="347218"/>
                  </a:cubicBezTo>
                  <a:lnTo>
                    <a:pt x="9017" y="347218"/>
                  </a:lnTo>
                  <a:lnTo>
                    <a:pt x="0" y="347218"/>
                  </a:lnTo>
                  <a:moveTo>
                    <a:pt x="18034" y="347218"/>
                  </a:moveTo>
                  <a:lnTo>
                    <a:pt x="9017" y="347218"/>
                  </a:lnTo>
                  <a:lnTo>
                    <a:pt x="18034" y="347218"/>
                  </a:lnTo>
                  <a:cubicBezTo>
                    <a:pt x="18034" y="528828"/>
                    <a:pt x="168656" y="676275"/>
                    <a:pt x="354965" y="676275"/>
                  </a:cubicBezTo>
                  <a:lnTo>
                    <a:pt x="4734941" y="676275"/>
                  </a:lnTo>
                  <a:cubicBezTo>
                    <a:pt x="4921250" y="676275"/>
                    <a:pt x="5071872" y="528701"/>
                    <a:pt x="5071872" y="347218"/>
                  </a:cubicBezTo>
                  <a:cubicBezTo>
                    <a:pt x="5071872" y="165735"/>
                    <a:pt x="4921250" y="18034"/>
                    <a:pt x="4734941" y="18034"/>
                  </a:cubicBezTo>
                  <a:lnTo>
                    <a:pt x="354965" y="18034"/>
                  </a:lnTo>
                  <a:lnTo>
                    <a:pt x="354965" y="9017"/>
                  </a:lnTo>
                  <a:lnTo>
                    <a:pt x="354965" y="18034"/>
                  </a:lnTo>
                  <a:cubicBezTo>
                    <a:pt x="168656" y="18034"/>
                    <a:pt x="18034" y="165608"/>
                    <a:pt x="18034" y="347218"/>
                  </a:cubicBezTo>
                  <a:close/>
                </a:path>
              </a:pathLst>
            </a:custGeom>
            <a:solidFill>
              <a:srgbClr val="F9C84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974336" y="4623206"/>
            <a:ext cx="3803904" cy="507187"/>
            <a:chOff x="0" y="0"/>
            <a:chExt cx="5071872" cy="6762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71872" cy="676250"/>
            </a:xfrm>
            <a:custGeom>
              <a:avLst/>
              <a:gdLst/>
              <a:ahLst/>
              <a:cxnLst/>
              <a:rect r="r" b="b" t="t" l="l"/>
              <a:pathLst>
                <a:path h="67625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76250"/>
                  </a:lnTo>
                  <a:lnTo>
                    <a:pt x="0" y="6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5071872" cy="7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Modificable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87680" y="5559552"/>
            <a:ext cx="8778240" cy="1179629"/>
            <a:chOff x="0" y="0"/>
            <a:chExt cx="11704320" cy="15728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0" cy="1572838"/>
            </a:xfrm>
            <a:custGeom>
              <a:avLst/>
              <a:gdLst/>
              <a:ahLst/>
              <a:cxnLst/>
              <a:rect r="r" b="b" t="t" l="l"/>
              <a:pathLst>
                <a:path h="157283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572838"/>
                  </a:lnTo>
                  <a:lnTo>
                    <a:pt x="0" y="15728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24" r="0" b="-7807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1704320" cy="1601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F4F6F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dos personas lo leen y entienden lo mismo,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F4F6F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ya está en el buen camino.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-6772" y="7191385"/>
            <a:ext cx="9767145" cy="130588"/>
            <a:chOff x="0" y="0"/>
            <a:chExt cx="13022859" cy="1741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017" y="9017"/>
              <a:ext cx="13004800" cy="156083"/>
            </a:xfrm>
            <a:custGeom>
              <a:avLst/>
              <a:gdLst/>
              <a:ahLst/>
              <a:cxnLst/>
              <a:rect r="r" b="b" t="t" l="l"/>
              <a:pathLst>
                <a:path h="15608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56083"/>
                  </a:lnTo>
                  <a:lnTo>
                    <a:pt x="0" y="156083"/>
                  </a:lnTo>
                  <a:close/>
                </a:path>
              </a:pathLst>
            </a:custGeom>
            <a:solidFill>
              <a:srgbClr val="CADC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022835" cy="174117"/>
            </a:xfrm>
            <a:custGeom>
              <a:avLst/>
              <a:gdLst/>
              <a:ahLst/>
              <a:cxnLst/>
              <a:rect r="r" b="b" t="t" l="l"/>
              <a:pathLst>
                <a:path h="174117" w="13022835">
                  <a:moveTo>
                    <a:pt x="9017" y="0"/>
                  </a:moveTo>
                  <a:lnTo>
                    <a:pt x="13013817" y="0"/>
                  </a:lnTo>
                  <a:cubicBezTo>
                    <a:pt x="13018770" y="0"/>
                    <a:pt x="13022835" y="4064"/>
                    <a:pt x="13022835" y="9017"/>
                  </a:cubicBezTo>
                  <a:lnTo>
                    <a:pt x="13022835" y="165100"/>
                  </a:lnTo>
                  <a:cubicBezTo>
                    <a:pt x="13022835" y="170053"/>
                    <a:pt x="13018770" y="174117"/>
                    <a:pt x="13013817" y="174117"/>
                  </a:cubicBezTo>
                  <a:lnTo>
                    <a:pt x="9017" y="174117"/>
                  </a:lnTo>
                  <a:cubicBezTo>
                    <a:pt x="4064" y="174117"/>
                    <a:pt x="0" y="170053"/>
                    <a:pt x="0" y="165100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165100"/>
                  </a:lnTo>
                  <a:lnTo>
                    <a:pt x="9017" y="165100"/>
                  </a:lnTo>
                  <a:lnTo>
                    <a:pt x="9017" y="156083"/>
                  </a:lnTo>
                  <a:lnTo>
                    <a:pt x="13013817" y="156083"/>
                  </a:lnTo>
                  <a:lnTo>
                    <a:pt x="13013817" y="165100"/>
                  </a:lnTo>
                  <a:lnTo>
                    <a:pt x="13004800" y="165100"/>
                  </a:lnTo>
                  <a:lnTo>
                    <a:pt x="13004800" y="9017"/>
                  </a:lnTo>
                  <a:lnTo>
                    <a:pt x="13013817" y="9017"/>
                  </a:lnTo>
                  <a:lnTo>
                    <a:pt x="13013817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F9C846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DAHGfYPP6hs</dc:identifier>
  <dcterms:modified xsi:type="dcterms:W3CDTF">2011-08-01T06:04:30Z</dcterms:modified>
  <cp:revision>1</cp:revision>
  <dc:title>infografia_srs.pptx</dc:title>
</cp:coreProperties>
</file>