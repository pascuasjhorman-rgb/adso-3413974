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8E6F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8E6F5"/>
                </a:solidFill>
                <a:latin typeface="Arial"/>
              </a:rPr>
              <a:t>Funcionalidades más solicitadas (n=12)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priorizadas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D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439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Control inventario</c:v>
                  </c:pt>
                  <c:pt idx="1">
                    <c:v>Registro ventas</c:v>
                  </c:pt>
                  <c:pt idx="2">
                    <c:v>Consulta precios</c:v>
                  </c:pt>
                  <c:pt idx="3">
                    <c:v>Pedidos</c:v>
                  </c:pt>
                  <c:pt idx="4">
                    <c:v>Fiados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B8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EB8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5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97280"/>
            <a:ext cx="3017520" cy="28346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0" y="1417320"/>
            <a:ext cx="2103120" cy="21031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554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🏪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 La Esquina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36576"/>
          </a:xfrm>
          <a:prstGeom prst="rect">
            <a:avLst/>
          </a:prstGeom>
          <a:solidFill>
            <a:srgbClr val="7EB8D4"/>
          </a:solidFill>
          <a:ln w="12700">
            <a:solidFill>
              <a:srgbClr val="7E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Requisitos de Software (SRS)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Análisis y Desarrollo de Software  |  Ficha 3413974  |  Neiva, Huila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 La Esquina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familiar · Barrio El Centro, Neiva · +10 años de operación · Dueño: Don Carlos Ríos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554480" cy="20116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inventario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estantes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memoria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4540" y="1874520"/>
            <a:ext cx="1554480" cy="20116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4540" y="187452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4540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📓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802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802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 cobro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cálculo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874520"/>
            <a:ext cx="1554480" cy="20116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87452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947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desorganizados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947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libretas distintas,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deudas sin fecha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63540" y="1874520"/>
            <a:ext cx="1554480" cy="20116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63540" y="187452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3540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092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por teléfono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092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pedido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874520"/>
            <a:ext cx="1554480" cy="20116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78040" y="1874520"/>
            <a:ext cx="1554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237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ventas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2376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qué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vende más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Promedio: $348.000 COP diarios sin ningún sistema de apoyo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gestión para La Esquina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navegador · Sin instalar nada · Interfaz sencilla para usuarios sin experiencia técnica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64008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y cambio automático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402336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920240"/>
            <a:ext cx="64008" cy="7498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9659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20116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304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mínimo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07208"/>
            <a:ext cx="402336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07208"/>
            <a:ext cx="64008" cy="7498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529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2898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por Cobrar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191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 centralizados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807208"/>
            <a:ext cx="402336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807208"/>
            <a:ext cx="6400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8529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28986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31912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 proveedores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94176"/>
            <a:ext cx="402336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94176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3989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37856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Ventas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078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día, semana o 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694176"/>
            <a:ext cx="4023360" cy="74980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3694176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73989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69280" y="37856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Usuarios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0" y="4078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 y cajero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DATOS QUE LO JUSTIFICAN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6916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2024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encuestados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inventario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20240" cy="16916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777240"/>
            <a:ext cx="192024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1920240" cy="16916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777240"/>
            <a:ext cx="192024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fiados activos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777240"/>
            <a:ext cx="1920240" cy="16916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777240"/>
            <a:ext cx="192024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dispuestos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usar el sistema</a:t>
            </a:r>
            <a:endParaRPr lang="en-US" sz="10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65176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9436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de campo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0" y="3108960"/>
            <a:ext cx="54864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diario toma 20–35 min de suma manual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3547872"/>
            <a:ext cx="54864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35295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Viernes–sábado duplican ventas ($520.000)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0" y="3986784"/>
            <a:ext cx="54864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productos sin precio etiquetado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0" y="4425696"/>
            <a:ext cx="54864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4407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Carlos es el único que conoce todo el negocio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REQUERIMIENTOS CLAVE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— Fase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ventas con cálculo automático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64208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709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 en tiempo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93976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93976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939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139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mínimo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523744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23744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2374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5694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cuentas por cobrar (fiados)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53512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53512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535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2999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seguro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83280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832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con roles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13048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13048"/>
            <a:ext cx="59436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130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cambio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777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1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0" y="1234440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234440"/>
            <a:ext cx="658368" cy="36576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2344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68112" y="1280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sin tecnicismos, botones grandes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1664208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1664208"/>
            <a:ext cx="658368" cy="36576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166420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68112" y="1709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Chrome, Firefox y Edge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093976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093976"/>
            <a:ext cx="658368" cy="36576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093976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68112" y="2139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pantalla máx. 3 segundos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2578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Negocio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54880" y="3017520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017520"/>
            <a:ext cx="5943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0175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facturación electrónica DIAN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447288"/>
            <a:ext cx="4023360" cy="36576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3447288"/>
            <a:ext cx="5943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4472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RN-02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94960" y="34930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conexión a internet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453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no es fácil de usar, no lo van a usar." — Don Carlos Ríos (justifica RNF-01 como prioridad máxima)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CASOS DE USO PRINCIPALES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2344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1234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50392"/>
            <a:ext cx="658368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una venta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Cajero (Marta o empleado)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34440" y="1444752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Seleccionar productos → Ingresar cantidades → Ingresar monto → Sistema calcula cambio → Confirmar venta → Inventario se actualiza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1764792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Reqs: RF-01, RF-02, RF-03, RF-07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12344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67128"/>
            <a:ext cx="73152" cy="1234440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40280"/>
            <a:ext cx="658368" cy="292608"/>
          </a:xfrm>
          <a:prstGeom prst="rect">
            <a:avLst/>
          </a:prstGeom>
          <a:solidFill>
            <a:srgbClr val="0091D5"/>
          </a:solidFill>
          <a:ln w="12700">
            <a:solidFill>
              <a:srgbClr val="00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258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inventario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Administrador (Don Carlos)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Acceder al módulo → Agregar o editar producto → Ingresar nombre, precio, cantidad → Guardar → Catálogo actualizado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1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Reqs: RF-02, RF-03, RF-06, RF-10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8412480" cy="123444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57016"/>
            <a:ext cx="73152" cy="1234440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30168"/>
            <a:ext cx="658368" cy="292608"/>
          </a:xfrm>
          <a:prstGeom prst="rect">
            <a:avLst/>
          </a:prstGeom>
          <a:solidFill>
            <a:srgbClr val="E84393"/>
          </a:solidFill>
          <a:ln w="12700">
            <a:solidFill>
              <a:srgbClr val="E843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301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6484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fiado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968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Administrador o Cajero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34440" y="4224528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Buscar cliente → Seleccionar productos → Sistema calcula total → Registrar fiado → Inventario descontado → Deuda activa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4544568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Reqs: RF-04, RF-02, RF-06, RF-05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A2840"/>
          </a:solidFill>
          <a:ln w="12700">
            <a:solidFill>
              <a:srgbClr val="0A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La Esquina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lujo, es una necesidad.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877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real, bien documentado con 4 instrumentos de recolección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0906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requerimientos definidos, priorizados y clasificados por fase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593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de uso clave que cubren las operaciones diarias del negocio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Salinas · Kevin Arguello · Paula Claros · Jhorman Pascuas · Joaquín  |  Instructor: J. A. González Bonilla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- Supermercado La Esquina</dc:title>
  <dc:subject>PptxGenJS Presentation</dc:subject>
  <dc:creator>PptxGenJS</dc:creator>
  <cp:lastModifiedBy>PptxGenJS</cp:lastModifiedBy>
  <cp:revision>1</cp:revision>
  <dcterms:created xsi:type="dcterms:W3CDTF">2026-05-14T18:57:14Z</dcterms:created>
  <dcterms:modified xsi:type="dcterms:W3CDTF">2026-05-14T18:57:14Z</dcterms:modified>
</cp:coreProperties>
</file>