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eorgia Pro Condensed" charset="1" panose="02040506050405020303"/>
      <p:regular r:id="rId14"/>
    </p:embeddedFont>
    <p:embeddedFont>
      <p:font typeface="Helvetica World" charset="1" panose="020B0500040000020004"/>
      <p:regular r:id="rId15"/>
    </p:embeddedFont>
    <p:embeddedFont>
      <p:font typeface="Helvetica World Bold" charset="1" panose="020B0800040000020004"/>
      <p:regular r:id="rId16"/>
    </p:embeddedFon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92173" y="1028700"/>
            <a:ext cx="4867127" cy="7574667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31813" y="0"/>
                  </a:moveTo>
                  <a:lnTo>
                    <a:pt x="782911" y="0"/>
                  </a:lnTo>
                  <a:cubicBezTo>
                    <a:pt x="800481" y="0"/>
                    <a:pt x="814724" y="14243"/>
                    <a:pt x="814724" y="31813"/>
                  </a:cubicBezTo>
                  <a:lnTo>
                    <a:pt x="814724" y="1236135"/>
                  </a:lnTo>
                  <a:cubicBezTo>
                    <a:pt x="814724" y="1244573"/>
                    <a:pt x="811373" y="1252665"/>
                    <a:pt x="805407" y="1258631"/>
                  </a:cubicBezTo>
                  <a:cubicBezTo>
                    <a:pt x="799440" y="1264597"/>
                    <a:pt x="791349" y="1267949"/>
                    <a:pt x="782911" y="1267949"/>
                  </a:cubicBezTo>
                  <a:lnTo>
                    <a:pt x="31813" y="1267949"/>
                  </a:lnTo>
                  <a:cubicBezTo>
                    <a:pt x="23376" y="1267949"/>
                    <a:pt x="15284" y="1264597"/>
                    <a:pt x="9318" y="1258631"/>
                  </a:cubicBezTo>
                  <a:cubicBezTo>
                    <a:pt x="3352" y="1252665"/>
                    <a:pt x="0" y="1244573"/>
                    <a:pt x="0" y="1236135"/>
                  </a:cubicBezTo>
                  <a:lnTo>
                    <a:pt x="0" y="31813"/>
                  </a:lnTo>
                  <a:cubicBezTo>
                    <a:pt x="0" y="23376"/>
                    <a:pt x="3352" y="15284"/>
                    <a:pt x="9318" y="9318"/>
                  </a:cubicBezTo>
                  <a:cubicBezTo>
                    <a:pt x="15284" y="3352"/>
                    <a:pt x="23376" y="0"/>
                    <a:pt x="31813" y="0"/>
                  </a:cubicBezTo>
                  <a:close/>
                </a:path>
              </a:pathLst>
            </a:custGeom>
            <a:blipFill>
              <a:blip r:embed="rId2"/>
              <a:stretch>
                <a:fillRect l="-32656" t="0" r="-22972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96696" y="946493"/>
            <a:ext cx="9754495" cy="711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834"/>
              </a:lnSpc>
            </a:pPr>
            <a:r>
              <a:rPr lang="en-US" sz="13834" spc="-484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Instrumentos de Recolección de Información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Jhorman Jamir Pascuas Lara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¿Qué es un Instrumento de Recolección?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76825"/>
            <a:ext cx="7303145" cy="236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1"/>
              </a:lnSpc>
            </a:pPr>
            <a:r>
              <a:rPr lang="en-US" sz="2651" spc="-39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instrumento de recolección es una </a:t>
            </a:r>
            <a:r>
              <a:rPr lang="en-US" b="true" sz="2651" spc="-39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herramienta esencial</a:t>
            </a:r>
            <a:r>
              <a:rPr lang="en-US" sz="2651" spc="-39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para obtener, registrar y sistematizar datos relevantes, facilitando el análisis y la interpretación en la investigación científica y académica.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Clasificación de Instrumentos de Recolección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816545"/>
            <a:ext cx="6886575" cy="225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instrumentos de recolección se clasifican en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cuantitativos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que obtienen datos numéricos, y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cualitativos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que recopilan datos descriptivos y interpretativos esenciales para el análisis de la investigación.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BFB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17157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La Encuesta: Herramienta de Recolección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348394"/>
            <a:ext cx="6886575" cy="268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Una encuesta consiste en un conjunto de preguntas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escritas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dirigidas a una muestra de población, permitiendo obtener datos relevantes. Existen tipos de preguntas: cerradas, abiertas y mixtas, cada una con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sus características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específicas.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77535" y="117157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El Cuestionario: Herramienta de Investigación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77535" y="5348394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cuestionario es un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instrumento clave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 investigaciones que permite recopilar datos de manera estructurada. Puede ser autoadministrado o administrado por un encuestador para obtener información precisa y relevante.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BFB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La Entrevista en la Investigación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680163"/>
            <a:ext cx="6886575" cy="17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entrevista es un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diálogo dirigido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que permite obtener información detallada. Se clasifica en estructurada, semiestructurada y no estructurada, según la flexibilidad y el control del investigador.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117157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La Observación en Investigación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7271" y="4442038"/>
            <a:ext cx="6886575" cy="225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observación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 un método esencial que permite registrar sistemáticamente el comportamiento o fenómeno en estudio. Puede ser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participante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 no participante, así como directa o indirecta, según el enfoque del investigador.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BFB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La Lista de Chequeo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599761"/>
            <a:ext cx="6886575" cy="228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lista de chequeo es una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herramienta de verificación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que permite registrar la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presencia o ausencia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características específicas en un objeto de estudio, facilitando la organización y sistematización de datos.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52008" y="962783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Pruebas y Tests Estandarizados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7271" y="4599761"/>
            <a:ext cx="6886575" cy="26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</a:t>
            </a:r>
            <a:r>
              <a:rPr lang="en-US" b="true" sz="2499" spc="-37" strike="noStrike" u="none">
                <a:solidFill>
                  <a:srgbClr val="2D2D2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instrumentos estandarizados</a:t>
            </a:r>
            <a:r>
              <a:rPr lang="en-US" sz="2499" spc="-37" strike="noStrike" u="none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son fundamentales para medir conocimientos, habilidades y actitudes en diversas áreas. Su uso garantiza resultados consistentes y comparables que enriquecen la investigación académica y científica.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82635"/>
            <a:ext cx="8324850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2D2D2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Selección adecuada de instrumentos garantiza calidad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2D2D2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BFB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8445" y="4255453"/>
            <a:ext cx="14591109" cy="167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19"/>
              </a:lnSpc>
            </a:pPr>
            <a:r>
              <a:rPr lang="en-US" sz="9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Instrumentos de Recolección de Información</dc:description>
  <dc:identifier>DAHFK10mmrA</dc:identifier>
  <dcterms:modified xsi:type="dcterms:W3CDTF">2011-08-01T06:04:30Z</dcterms:modified>
  <cp:revision>1</cp:revision>
  <dc:title>Presentación - Instrumentos de Recolección de Información</dc:title>
</cp:coreProperties>
</file>